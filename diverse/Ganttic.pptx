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CDED4-37D8-3EE4-F819-DDC780AB2DCD}" name="Florin-Ioan SUBŢIRICĂ (123781)" initials="FS" userId="S::florin.subtirica@stud.acs.upb.ro::43132631-b52f-408f-886a-f88aa68e25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E8DAA0-0E8A-4B3F-9ECC-58501B7F4CE5}" v="93" dt="2024-11-13T14:39:41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2107" autoAdjust="0"/>
  </p:normalViewPr>
  <p:slideViewPr>
    <p:cSldViewPr snapToGrid="0">
      <p:cViewPr varScale="1">
        <p:scale>
          <a:sx n="68" d="100"/>
          <a:sy n="68" d="100"/>
        </p:scale>
        <p:origin x="22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n-Ioan SUBŢIRICĂ (123781)" userId="43132631-b52f-408f-886a-f88aa68e2550" providerId="ADAL" clId="{A9E8DAA0-0E8A-4B3F-9ECC-58501B7F4CE5}"/>
    <pc:docChg chg="undo custSel modSld sldOrd">
      <pc:chgData name="Florin-Ioan SUBŢIRICĂ (123781)" userId="43132631-b52f-408f-886a-f88aa68e2550" providerId="ADAL" clId="{A9E8DAA0-0E8A-4B3F-9ECC-58501B7F4CE5}" dt="2024-11-13T14:41:19.069" v="357" actId="20577"/>
      <pc:docMkLst>
        <pc:docMk/>
      </pc:docMkLst>
      <pc:sldChg chg="addSp delSp modSp mod">
        <pc:chgData name="Florin-Ioan SUBŢIRICĂ (123781)" userId="43132631-b52f-408f-886a-f88aa68e2550" providerId="ADAL" clId="{A9E8DAA0-0E8A-4B3F-9ECC-58501B7F4CE5}" dt="2024-11-13T13:41:21.328" v="32" actId="1076"/>
        <pc:sldMkLst>
          <pc:docMk/>
          <pc:sldMk cId="3064782104" sldId="256"/>
        </pc:sldMkLst>
        <pc:spChg chg="mod">
          <ac:chgData name="Florin-Ioan SUBŢIRICĂ (123781)" userId="43132631-b52f-408f-886a-f88aa68e2550" providerId="ADAL" clId="{A9E8DAA0-0E8A-4B3F-9ECC-58501B7F4CE5}" dt="2024-11-13T13:40:44.083" v="27" actId="20577"/>
          <ac:spMkLst>
            <pc:docMk/>
            <pc:sldMk cId="3064782104" sldId="256"/>
            <ac:spMk id="2" creationId="{89EC0ACB-1B37-8840-6467-477C3FE96949}"/>
          </ac:spMkLst>
        </pc:spChg>
        <pc:spChg chg="mod">
          <ac:chgData name="Florin-Ioan SUBŢIRICĂ (123781)" userId="43132631-b52f-408f-886a-f88aa68e2550" providerId="ADAL" clId="{A9E8DAA0-0E8A-4B3F-9ECC-58501B7F4CE5}" dt="2024-11-13T13:40:14.483" v="18" actId="20577"/>
          <ac:spMkLst>
            <pc:docMk/>
            <pc:sldMk cId="3064782104" sldId="256"/>
            <ac:spMk id="3" creationId="{3CE94572-A7F9-2F31-B2A3-5253560EB194}"/>
          </ac:spMkLst>
        </pc:spChg>
        <pc:picChg chg="add del">
          <ac:chgData name="Florin-Ioan SUBŢIRICĂ (123781)" userId="43132631-b52f-408f-886a-f88aa68e2550" providerId="ADAL" clId="{A9E8DAA0-0E8A-4B3F-9ECC-58501B7F4CE5}" dt="2024-11-13T13:41:15.458" v="31" actId="478"/>
          <ac:picMkLst>
            <pc:docMk/>
            <pc:sldMk cId="3064782104" sldId="256"/>
            <ac:picMk id="5" creationId="{830BF816-B3F7-1ECD-E959-1DB27001DFE5}"/>
          </ac:picMkLst>
        </pc:picChg>
        <pc:picChg chg="add del mod">
          <ac:chgData name="Florin-Ioan SUBŢIRICĂ (123781)" userId="43132631-b52f-408f-886a-f88aa68e2550" providerId="ADAL" clId="{A9E8DAA0-0E8A-4B3F-9ECC-58501B7F4CE5}" dt="2024-11-13T13:41:21.328" v="32" actId="1076"/>
          <ac:picMkLst>
            <pc:docMk/>
            <pc:sldMk cId="3064782104" sldId="256"/>
            <ac:picMk id="1026" creationId="{324585B4-20FF-B0B0-14F2-A72102240AD2}"/>
          </ac:picMkLst>
        </pc:picChg>
      </pc:sldChg>
      <pc:sldChg chg="addSp delSp modSp mod modNotesTx">
        <pc:chgData name="Florin-Ioan SUBŢIRICĂ (123781)" userId="43132631-b52f-408f-886a-f88aa68e2550" providerId="ADAL" clId="{A9E8DAA0-0E8A-4B3F-9ECC-58501B7F4CE5}" dt="2024-11-13T14:41:19.069" v="357" actId="20577"/>
        <pc:sldMkLst>
          <pc:docMk/>
          <pc:sldMk cId="2445314831" sldId="257"/>
        </pc:sldMkLst>
        <pc:spChg chg="mod">
          <ac:chgData name="Florin-Ioan SUBŢIRICĂ (123781)" userId="43132631-b52f-408f-886a-f88aa68e2550" providerId="ADAL" clId="{A9E8DAA0-0E8A-4B3F-9ECC-58501B7F4CE5}" dt="2024-11-13T13:54:15.011" v="57" actId="20577"/>
          <ac:spMkLst>
            <pc:docMk/>
            <pc:sldMk cId="2445314831" sldId="257"/>
            <ac:spMk id="2" creationId="{2729C917-5E2F-2A24-2899-5FC1D0042BA3}"/>
          </ac:spMkLst>
        </pc:spChg>
        <pc:graphicFrameChg chg="mod">
          <ac:chgData name="Florin-Ioan SUBŢIRICĂ (123781)" userId="43132631-b52f-408f-886a-f88aa68e2550" providerId="ADAL" clId="{A9E8DAA0-0E8A-4B3F-9ECC-58501B7F4CE5}" dt="2024-11-13T13:53:44.606" v="56"/>
          <ac:graphicFrameMkLst>
            <pc:docMk/>
            <pc:sldMk cId="2445314831" sldId="257"/>
            <ac:graphicFrameMk id="19" creationId="{C709DDBF-7307-6771-D4DB-9B136D71FF11}"/>
          </ac:graphicFrameMkLst>
        </pc:graphicFrameChg>
        <pc:picChg chg="del">
          <ac:chgData name="Florin-Ioan SUBŢIRICĂ (123781)" userId="43132631-b52f-408f-886a-f88aa68e2550" providerId="ADAL" clId="{A9E8DAA0-0E8A-4B3F-9ECC-58501B7F4CE5}" dt="2024-11-13T13:55:14.758" v="62" actId="478"/>
          <ac:picMkLst>
            <pc:docMk/>
            <pc:sldMk cId="2445314831" sldId="257"/>
            <ac:picMk id="1032" creationId="{026C90C6-144F-0618-A70F-DD85F6AB0088}"/>
          </ac:picMkLst>
        </pc:picChg>
        <pc:picChg chg="del">
          <ac:chgData name="Florin-Ioan SUBŢIRICĂ (123781)" userId="43132631-b52f-408f-886a-f88aa68e2550" providerId="ADAL" clId="{A9E8DAA0-0E8A-4B3F-9ECC-58501B7F4CE5}" dt="2024-11-13T13:54:39.970" v="59" actId="478"/>
          <ac:picMkLst>
            <pc:docMk/>
            <pc:sldMk cId="2445314831" sldId="257"/>
            <ac:picMk id="1040" creationId="{CC662F47-717E-C0F6-E41D-921531825254}"/>
          </ac:picMkLst>
        </pc:picChg>
        <pc:picChg chg="add del">
          <ac:chgData name="Florin-Ioan SUBŢIRICĂ (123781)" userId="43132631-b52f-408f-886a-f88aa68e2550" providerId="ADAL" clId="{A9E8DAA0-0E8A-4B3F-9ECC-58501B7F4CE5}" dt="2024-11-13T13:54:39.970" v="59" actId="478"/>
          <ac:picMkLst>
            <pc:docMk/>
            <pc:sldMk cId="2445314831" sldId="257"/>
            <ac:picMk id="2050" creationId="{3807FA48-12DD-29FA-CD21-938AFCE8CDA1}"/>
          </ac:picMkLst>
        </pc:picChg>
        <pc:picChg chg="add mod">
          <ac:chgData name="Florin-Ioan SUBŢIRICĂ (123781)" userId="43132631-b52f-408f-886a-f88aa68e2550" providerId="ADAL" clId="{A9E8DAA0-0E8A-4B3F-9ECC-58501B7F4CE5}" dt="2024-11-13T13:54:45.213" v="61" actId="1076"/>
          <ac:picMkLst>
            <pc:docMk/>
            <pc:sldMk cId="2445314831" sldId="257"/>
            <ac:picMk id="2052" creationId="{42326296-CD25-B80D-3F90-35EB7472EAE0}"/>
          </ac:picMkLst>
        </pc:picChg>
        <pc:picChg chg="add mod">
          <ac:chgData name="Florin-Ioan SUBŢIRICĂ (123781)" userId="43132631-b52f-408f-886a-f88aa68e2550" providerId="ADAL" clId="{A9E8DAA0-0E8A-4B3F-9ECC-58501B7F4CE5}" dt="2024-11-13T13:59:19.294" v="66" actId="1076"/>
          <ac:picMkLst>
            <pc:docMk/>
            <pc:sldMk cId="2445314831" sldId="257"/>
            <ac:picMk id="2054" creationId="{26EF2666-8BE9-BF40-3F83-5C3998E1AD17}"/>
          </ac:picMkLst>
        </pc:picChg>
      </pc:sldChg>
      <pc:sldChg chg="modSp mod ord modNotesTx">
        <pc:chgData name="Florin-Ioan SUBŢIRICĂ (123781)" userId="43132631-b52f-408f-886a-f88aa68e2550" providerId="ADAL" clId="{A9E8DAA0-0E8A-4B3F-9ECC-58501B7F4CE5}" dt="2024-11-13T14:31:53.797" v="311" actId="20577"/>
        <pc:sldMkLst>
          <pc:docMk/>
          <pc:sldMk cId="158271126" sldId="258"/>
        </pc:sldMkLst>
        <pc:spChg chg="mod">
          <ac:chgData name="Florin-Ioan SUBŢIRICĂ (123781)" userId="43132631-b52f-408f-886a-f88aa68e2550" providerId="ADAL" clId="{A9E8DAA0-0E8A-4B3F-9ECC-58501B7F4CE5}" dt="2024-11-13T14:31:08.668" v="302" actId="20577"/>
          <ac:spMkLst>
            <pc:docMk/>
            <pc:sldMk cId="158271126" sldId="258"/>
            <ac:spMk id="2" creationId="{7778FC92-C893-43E9-5544-C9F7D21A76E2}"/>
          </ac:spMkLst>
        </pc:spChg>
        <pc:graphicFrameChg chg="mod">
          <ac:chgData name="Florin-Ioan SUBŢIRICĂ (123781)" userId="43132631-b52f-408f-886a-f88aa68e2550" providerId="ADAL" clId="{A9E8DAA0-0E8A-4B3F-9ECC-58501B7F4CE5}" dt="2024-11-13T14:30:17.565" v="296" actId="478"/>
          <ac:graphicFrameMkLst>
            <pc:docMk/>
            <pc:sldMk cId="158271126" sldId="258"/>
            <ac:graphicFrameMk id="8" creationId="{A0BE241D-68B2-7BE4-2084-F370483CF8C8}"/>
          </ac:graphicFrameMkLst>
        </pc:graphicFrameChg>
      </pc:sldChg>
      <pc:sldChg chg="addSp delSp modSp mod modNotesTx">
        <pc:chgData name="Florin-Ioan SUBŢIRICĂ (123781)" userId="43132631-b52f-408f-886a-f88aa68e2550" providerId="ADAL" clId="{A9E8DAA0-0E8A-4B3F-9ECC-58501B7F4CE5}" dt="2024-11-13T14:28:42.245" v="280" actId="20577"/>
        <pc:sldMkLst>
          <pc:docMk/>
          <pc:sldMk cId="1504859402" sldId="259"/>
        </pc:sldMkLst>
        <pc:spChg chg="mod ord">
          <ac:chgData name="Florin-Ioan SUBŢIRICĂ (123781)" userId="43132631-b52f-408f-886a-f88aa68e2550" providerId="ADAL" clId="{A9E8DAA0-0E8A-4B3F-9ECC-58501B7F4CE5}" dt="2024-11-13T14:15:22.822" v="256" actId="26606"/>
          <ac:spMkLst>
            <pc:docMk/>
            <pc:sldMk cId="1504859402" sldId="259"/>
            <ac:spMk id="2" creationId="{E5BCD393-A44B-1BCB-0C10-AB99802B5655}"/>
          </ac:spMkLst>
        </pc:spChg>
        <pc:spChg chg="add del">
          <ac:chgData name="Florin-Ioan SUBŢIRICĂ (123781)" userId="43132631-b52f-408f-886a-f88aa68e2550" providerId="ADAL" clId="{A9E8DAA0-0E8A-4B3F-9ECC-58501B7F4CE5}" dt="2024-11-13T14:15:11.463" v="253" actId="26606"/>
          <ac:spMkLst>
            <pc:docMk/>
            <pc:sldMk cId="1504859402" sldId="259"/>
            <ac:spMk id="3080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15:11.463" v="253" actId="26606"/>
          <ac:spMkLst>
            <pc:docMk/>
            <pc:sldMk cId="1504859402" sldId="259"/>
            <ac:spMk id="3082" creationId="{887F59F2-5FBC-40CD-AD35-376AECE49EA6}"/>
          </ac:spMkLst>
        </pc:spChg>
        <pc:spChg chg="add del">
          <ac:chgData name="Florin-Ioan SUBŢIRICĂ (123781)" userId="43132631-b52f-408f-886a-f88aa68e2550" providerId="ADAL" clId="{A9E8DAA0-0E8A-4B3F-9ECC-58501B7F4CE5}" dt="2024-11-13T14:15:08.121" v="250" actId="26606"/>
          <ac:spMkLst>
            <pc:docMk/>
            <pc:sldMk cId="1504859402" sldId="259"/>
            <ac:spMk id="3087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15:08.121" v="250" actId="26606"/>
          <ac:spMkLst>
            <pc:docMk/>
            <pc:sldMk cId="1504859402" sldId="259"/>
            <ac:spMk id="3089" creationId="{887F59F2-5FBC-40CD-AD35-376AECE49EA6}"/>
          </ac:spMkLst>
        </pc:spChg>
        <pc:spChg chg="add del">
          <ac:chgData name="Florin-Ioan SUBŢIRICĂ (123781)" userId="43132631-b52f-408f-886a-f88aa68e2550" providerId="ADAL" clId="{A9E8DAA0-0E8A-4B3F-9ECC-58501B7F4CE5}" dt="2024-11-13T14:15:11.441" v="252" actId="26606"/>
          <ac:spMkLst>
            <pc:docMk/>
            <pc:sldMk cId="1504859402" sldId="259"/>
            <ac:spMk id="3091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15:11.441" v="252" actId="26606"/>
          <ac:spMkLst>
            <pc:docMk/>
            <pc:sldMk cId="1504859402" sldId="259"/>
            <ac:spMk id="3092" creationId="{887F59F2-5FBC-40CD-AD35-376AECE49EA6}"/>
          </ac:spMkLst>
        </pc:spChg>
        <pc:spChg chg="add del">
          <ac:chgData name="Florin-Ioan SUBŢIRICĂ (123781)" userId="43132631-b52f-408f-886a-f88aa68e2550" providerId="ADAL" clId="{A9E8DAA0-0E8A-4B3F-9ECC-58501B7F4CE5}" dt="2024-11-13T14:15:22.822" v="256" actId="26606"/>
          <ac:spMkLst>
            <pc:docMk/>
            <pc:sldMk cId="1504859402" sldId="259"/>
            <ac:spMk id="3094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15:22.822" v="256" actId="26606"/>
          <ac:spMkLst>
            <pc:docMk/>
            <pc:sldMk cId="1504859402" sldId="259"/>
            <ac:spMk id="3095" creationId="{887F59F2-5FBC-40CD-AD35-376AECE49EA6}"/>
          </ac:spMkLst>
        </pc:spChg>
        <pc:spChg chg="add">
          <ac:chgData name="Florin-Ioan SUBŢIRICĂ (123781)" userId="43132631-b52f-408f-886a-f88aa68e2550" providerId="ADAL" clId="{A9E8DAA0-0E8A-4B3F-9ECC-58501B7F4CE5}" dt="2024-11-13T14:15:22.822" v="256" actId="26606"/>
          <ac:spMkLst>
            <pc:docMk/>
            <pc:sldMk cId="1504859402" sldId="259"/>
            <ac:spMk id="3100" creationId="{6D16C4DE-5FF1-8D34-BBA1-FC43F315567B}"/>
          </ac:spMkLst>
        </pc:spChg>
        <pc:spChg chg="add">
          <ac:chgData name="Florin-Ioan SUBŢIRICĂ (123781)" userId="43132631-b52f-408f-886a-f88aa68e2550" providerId="ADAL" clId="{A9E8DAA0-0E8A-4B3F-9ECC-58501B7F4CE5}" dt="2024-11-13T14:15:22.822" v="256" actId="26606"/>
          <ac:spMkLst>
            <pc:docMk/>
            <pc:sldMk cId="1504859402" sldId="259"/>
            <ac:spMk id="3102" creationId="{B6914053-73D7-E377-E88C-94E35AAD489B}"/>
          </ac:spMkLst>
        </pc:spChg>
        <pc:graphicFrameChg chg="mod ord modGraphic">
          <ac:chgData name="Florin-Ioan SUBŢIRICĂ (123781)" userId="43132631-b52f-408f-886a-f88aa68e2550" providerId="ADAL" clId="{A9E8DAA0-0E8A-4B3F-9ECC-58501B7F4CE5}" dt="2024-11-13T14:15:22.822" v="256" actId="26606"/>
          <ac:graphicFrameMkLst>
            <pc:docMk/>
            <pc:sldMk cId="1504859402" sldId="259"/>
            <ac:graphicFrameMk id="6" creationId="{B12C2162-5042-EA50-0CA3-6B2EC7D6FD04}"/>
          </ac:graphicFrameMkLst>
        </pc:graphicFrameChg>
        <pc:picChg chg="add mod">
          <ac:chgData name="Florin-Ioan SUBŢIRICĂ (123781)" userId="43132631-b52f-408f-886a-f88aa68e2550" providerId="ADAL" clId="{A9E8DAA0-0E8A-4B3F-9ECC-58501B7F4CE5}" dt="2024-11-13T14:15:22.822" v="256" actId="26606"/>
          <ac:picMkLst>
            <pc:docMk/>
            <pc:sldMk cId="1504859402" sldId="259"/>
            <ac:picMk id="3074" creationId="{113A51FA-E361-42FE-471B-CC78843CB5E4}"/>
          </ac:picMkLst>
        </pc:picChg>
        <pc:picChg chg="del">
          <ac:chgData name="Florin-Ioan SUBŢIRICĂ (123781)" userId="43132631-b52f-408f-886a-f88aa68e2550" providerId="ADAL" clId="{A9E8DAA0-0E8A-4B3F-9ECC-58501B7F4CE5}" dt="2024-11-13T14:14:54.861" v="246" actId="478"/>
          <ac:picMkLst>
            <pc:docMk/>
            <pc:sldMk cId="1504859402" sldId="259"/>
            <ac:picMk id="3075" creationId="{45D0748E-25ED-862E-A171-756B954CA1F1}"/>
          </ac:picMkLst>
        </pc:picChg>
      </pc:sldChg>
      <pc:sldChg chg="modSp mod">
        <pc:chgData name="Florin-Ioan SUBŢIRICĂ (123781)" userId="43132631-b52f-408f-886a-f88aa68e2550" providerId="ADAL" clId="{A9E8DAA0-0E8A-4B3F-9ECC-58501B7F4CE5}" dt="2024-11-13T14:18:33.660" v="268"/>
        <pc:sldMkLst>
          <pc:docMk/>
          <pc:sldMk cId="2145184548" sldId="260"/>
        </pc:sldMkLst>
        <pc:spChg chg="mod">
          <ac:chgData name="Florin-Ioan SUBŢIRICĂ (123781)" userId="43132631-b52f-408f-886a-f88aa68e2550" providerId="ADAL" clId="{A9E8DAA0-0E8A-4B3F-9ECC-58501B7F4CE5}" dt="2024-11-13T14:18:33.660" v="268"/>
          <ac:spMkLst>
            <pc:docMk/>
            <pc:sldMk cId="2145184548" sldId="260"/>
            <ac:spMk id="3" creationId="{E9378D3D-A79B-9082-64E2-7A08C72FD76F}"/>
          </ac:spMkLst>
        </pc:spChg>
      </pc:sldChg>
      <pc:sldChg chg="addSp delSp modSp mod modNotesTx">
        <pc:chgData name="Florin-Ioan SUBŢIRICĂ (123781)" userId="43132631-b52f-408f-886a-f88aa68e2550" providerId="ADAL" clId="{A9E8DAA0-0E8A-4B3F-9ECC-58501B7F4CE5}" dt="2024-11-13T14:36:16.255" v="339" actId="20577"/>
        <pc:sldMkLst>
          <pc:docMk/>
          <pc:sldMk cId="4084721610" sldId="261"/>
        </pc:sldMkLst>
        <pc:spChg chg="mod">
          <ac:chgData name="Florin-Ioan SUBŢIRICĂ (123781)" userId="43132631-b52f-408f-886a-f88aa68e2550" providerId="ADAL" clId="{A9E8DAA0-0E8A-4B3F-9ECC-58501B7F4CE5}" dt="2024-11-13T14:35:25.155" v="335" actId="26606"/>
          <ac:spMkLst>
            <pc:docMk/>
            <pc:sldMk cId="4084721610" sldId="261"/>
            <ac:spMk id="2" creationId="{85C4249E-966E-7D44-A288-393DE5262500}"/>
          </ac:spMkLst>
        </pc:spChg>
        <pc:spChg chg="add del mod">
          <ac:chgData name="Florin-Ioan SUBŢIRICĂ (123781)" userId="43132631-b52f-408f-886a-f88aa68e2550" providerId="ADAL" clId="{A9E8DAA0-0E8A-4B3F-9ECC-58501B7F4CE5}" dt="2024-11-13T14:33:56.241" v="322" actId="478"/>
          <ac:spMkLst>
            <pc:docMk/>
            <pc:sldMk cId="4084721610" sldId="261"/>
            <ac:spMk id="4" creationId="{512142B8-9373-FADA-0FFF-9D27A5378933}"/>
          </ac:spMkLst>
        </pc:spChg>
        <pc:spChg chg="add del">
          <ac:chgData name="Florin-Ioan SUBŢIRICĂ (123781)" userId="43132631-b52f-408f-886a-f88aa68e2550" providerId="ADAL" clId="{A9E8DAA0-0E8A-4B3F-9ECC-58501B7F4CE5}" dt="2024-11-13T14:34:41.532" v="330" actId="22"/>
          <ac:spMkLst>
            <pc:docMk/>
            <pc:sldMk cId="4084721610" sldId="261"/>
            <ac:spMk id="7" creationId="{851B78CE-A8E2-C3CF-1E4F-CCA2050E8F6F}"/>
          </ac:spMkLst>
        </pc:spChg>
        <pc:spChg chg="add del">
          <ac:chgData name="Florin-Ioan SUBŢIRICĂ (123781)" userId="43132631-b52f-408f-886a-f88aa68e2550" providerId="ADAL" clId="{A9E8DAA0-0E8A-4B3F-9ECC-58501B7F4CE5}" dt="2024-11-13T14:35:25.155" v="335" actId="26606"/>
          <ac:spMkLst>
            <pc:docMk/>
            <pc:sldMk cId="4084721610" sldId="261"/>
            <ac:spMk id="10" creationId="{FAA3B297-9683-4E38-89FA-062C53E13F85}"/>
          </ac:spMkLst>
        </pc:spChg>
        <pc:spChg chg="add del">
          <ac:chgData name="Florin-Ioan SUBŢIRICĂ (123781)" userId="43132631-b52f-408f-886a-f88aa68e2550" providerId="ADAL" clId="{A9E8DAA0-0E8A-4B3F-9ECC-58501B7F4CE5}" dt="2024-11-13T14:35:25.155" v="335" actId="26606"/>
          <ac:spMkLst>
            <pc:docMk/>
            <pc:sldMk cId="4084721610" sldId="261"/>
            <ac:spMk id="12" creationId="{4BF74692-AE31-4A00-B5F9-994E8D519F90}"/>
          </ac:spMkLst>
        </pc:spChg>
        <pc:spChg chg="add">
          <ac:chgData name="Florin-Ioan SUBŢIRICĂ (123781)" userId="43132631-b52f-408f-886a-f88aa68e2550" providerId="ADAL" clId="{A9E8DAA0-0E8A-4B3F-9ECC-58501B7F4CE5}" dt="2024-11-13T14:35:25.155" v="335" actId="26606"/>
          <ac:spMkLst>
            <pc:docMk/>
            <pc:sldMk cId="4084721610" sldId="261"/>
            <ac:spMk id="14" creationId="{04213918-F1EB-4BCE-BE23-F5E9851EE05C}"/>
          </ac:spMkLst>
        </pc:spChg>
        <pc:spChg chg="add">
          <ac:chgData name="Florin-Ioan SUBŢIRICĂ (123781)" userId="43132631-b52f-408f-886a-f88aa68e2550" providerId="ADAL" clId="{A9E8DAA0-0E8A-4B3F-9ECC-58501B7F4CE5}" dt="2024-11-13T14:35:25.155" v="335" actId="26606"/>
          <ac:spMkLst>
            <pc:docMk/>
            <pc:sldMk cId="4084721610" sldId="261"/>
            <ac:spMk id="15" creationId="{2062E862-C7F7-4CA1-B929-D0B75F5E9FB9}"/>
          </ac:spMkLst>
        </pc:spChg>
        <pc:spChg chg="add del">
          <ac:chgData name="Florin-Ioan SUBŢIRICĂ (123781)" userId="43132631-b52f-408f-886a-f88aa68e2550" providerId="ADAL" clId="{A9E8DAA0-0E8A-4B3F-9ECC-58501B7F4CE5}" dt="2024-11-13T14:35:23.101" v="334" actId="26606"/>
          <ac:spMkLst>
            <pc:docMk/>
            <pc:sldMk cId="4084721610" sldId="261"/>
            <ac:spMk id="17" creationId="{4E17AA97-89A7-45C1-B813-BFF6C23D79E1}"/>
          </ac:spMkLst>
        </pc:spChg>
        <pc:spChg chg="add del">
          <ac:chgData name="Florin-Ioan SUBŢIRICĂ (123781)" userId="43132631-b52f-408f-886a-f88aa68e2550" providerId="ADAL" clId="{A9E8DAA0-0E8A-4B3F-9ECC-58501B7F4CE5}" dt="2024-11-13T14:35:23.101" v="334" actId="26606"/>
          <ac:spMkLst>
            <pc:docMk/>
            <pc:sldMk cId="4084721610" sldId="261"/>
            <ac:spMk id="19" creationId="{33AC4FE1-D370-43A6-96C5-076716BB1E76}"/>
          </ac:spMkLst>
        </pc:spChg>
        <pc:spChg chg="add del">
          <ac:chgData name="Florin-Ioan SUBŢIRICĂ (123781)" userId="43132631-b52f-408f-886a-f88aa68e2550" providerId="ADAL" clId="{A9E8DAA0-0E8A-4B3F-9ECC-58501B7F4CE5}" dt="2024-11-13T14:35:23.101" v="334" actId="26606"/>
          <ac:spMkLst>
            <pc:docMk/>
            <pc:sldMk cId="4084721610" sldId="261"/>
            <ac:spMk id="21" creationId="{4A3D569D-D3A6-49CA-A483-291E95DACA14}"/>
          </ac:spMkLst>
        </pc:spChg>
        <pc:graphicFrameChg chg="add del mod modGraphic">
          <ac:chgData name="Florin-Ioan SUBŢIRICĂ (123781)" userId="43132631-b52f-408f-886a-f88aa68e2550" providerId="ADAL" clId="{A9E8DAA0-0E8A-4B3F-9ECC-58501B7F4CE5}" dt="2024-11-13T14:36:16.255" v="339" actId="20577"/>
          <ac:graphicFrameMkLst>
            <pc:docMk/>
            <pc:sldMk cId="4084721610" sldId="261"/>
            <ac:graphicFrameMk id="6" creationId="{F0A57C5F-472D-C974-CE59-E84DAE76934D}"/>
          </ac:graphicFrameMkLst>
        </pc:graphicFrameChg>
      </pc:sldChg>
      <pc:sldChg chg="addSp delSp modSp mod">
        <pc:chgData name="Florin-Ioan SUBŢIRICĂ (123781)" userId="43132631-b52f-408f-886a-f88aa68e2550" providerId="ADAL" clId="{A9E8DAA0-0E8A-4B3F-9ECC-58501B7F4CE5}" dt="2024-11-13T14:39:34.294" v="356" actId="26606"/>
        <pc:sldMkLst>
          <pc:docMk/>
          <pc:sldMk cId="2123333666" sldId="262"/>
        </pc:sldMkLst>
        <pc:spChg chg="mod">
          <ac:chgData name="Florin-Ioan SUBŢIRICĂ (123781)" userId="43132631-b52f-408f-886a-f88aa68e2550" providerId="ADAL" clId="{A9E8DAA0-0E8A-4B3F-9ECC-58501B7F4CE5}" dt="2024-11-13T14:39:34.294" v="356" actId="26606"/>
          <ac:spMkLst>
            <pc:docMk/>
            <pc:sldMk cId="2123333666" sldId="262"/>
            <ac:spMk id="2" creationId="{7957CCC7-5D5E-0AD8-D774-3622225371C1}"/>
          </ac:spMkLst>
        </pc:spChg>
        <pc:spChg chg="add del">
          <ac:chgData name="Florin-Ioan SUBŢIRICĂ (123781)" userId="43132631-b52f-408f-886a-f88aa68e2550" providerId="ADAL" clId="{A9E8DAA0-0E8A-4B3F-9ECC-58501B7F4CE5}" dt="2024-11-13T14:39:34.294" v="356" actId="26606"/>
          <ac:spMkLst>
            <pc:docMk/>
            <pc:sldMk cId="2123333666" sldId="262"/>
            <ac:spMk id="5128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39:34.294" v="356" actId="26606"/>
          <ac:spMkLst>
            <pc:docMk/>
            <pc:sldMk cId="2123333666" sldId="262"/>
            <ac:spMk id="5130" creationId="{887F59F2-5FBC-40CD-AD35-376AECE49EA6}"/>
          </ac:spMkLst>
        </pc:spChg>
        <pc:spChg chg="add del">
          <ac:chgData name="Florin-Ioan SUBŢIRICĂ (123781)" userId="43132631-b52f-408f-886a-f88aa68e2550" providerId="ADAL" clId="{A9E8DAA0-0E8A-4B3F-9ECC-58501B7F4CE5}" dt="2024-11-13T14:39:34.215" v="355" actId="26606"/>
          <ac:spMkLst>
            <pc:docMk/>
            <pc:sldMk cId="2123333666" sldId="262"/>
            <ac:spMk id="5135" creationId="{9E10BDB4-64F2-477D-A03B-9F8352D5E02E}"/>
          </ac:spMkLst>
        </pc:spChg>
        <pc:spChg chg="add del">
          <ac:chgData name="Florin-Ioan SUBŢIRICĂ (123781)" userId="43132631-b52f-408f-886a-f88aa68e2550" providerId="ADAL" clId="{A9E8DAA0-0E8A-4B3F-9ECC-58501B7F4CE5}" dt="2024-11-13T14:39:34.215" v="355" actId="26606"/>
          <ac:spMkLst>
            <pc:docMk/>
            <pc:sldMk cId="2123333666" sldId="262"/>
            <ac:spMk id="5137" creationId="{887F59F2-5FBC-40CD-AD35-376AECE49EA6}"/>
          </ac:spMkLst>
        </pc:spChg>
        <pc:spChg chg="add del">
          <ac:chgData name="Florin-Ioan SUBŢIRICĂ (123781)" userId="43132631-b52f-408f-886a-f88aa68e2550" providerId="ADAL" clId="{A9E8DAA0-0E8A-4B3F-9ECC-58501B7F4CE5}" dt="2024-11-13T14:39:34.215" v="355" actId="26606"/>
          <ac:spMkLst>
            <pc:docMk/>
            <pc:sldMk cId="2123333666" sldId="262"/>
            <ac:spMk id="5139" creationId="{E94EA6C1-5B73-CB10-F9FB-B671500CC2D6}"/>
          </ac:spMkLst>
        </pc:spChg>
        <pc:spChg chg="add">
          <ac:chgData name="Florin-Ioan SUBŢIRICĂ (123781)" userId="43132631-b52f-408f-886a-f88aa68e2550" providerId="ADAL" clId="{A9E8DAA0-0E8A-4B3F-9ECC-58501B7F4CE5}" dt="2024-11-13T14:39:34.294" v="356" actId="26606"/>
          <ac:spMkLst>
            <pc:docMk/>
            <pc:sldMk cId="2123333666" sldId="262"/>
            <ac:spMk id="5141" creationId="{0EC38958-9A69-239A-BA79-2AEC73345F4B}"/>
          </ac:spMkLst>
        </pc:spChg>
        <pc:spChg chg="add">
          <ac:chgData name="Florin-Ioan SUBŢIRICĂ (123781)" userId="43132631-b52f-408f-886a-f88aa68e2550" providerId="ADAL" clId="{A9E8DAA0-0E8A-4B3F-9ECC-58501B7F4CE5}" dt="2024-11-13T14:39:34.294" v="356" actId="26606"/>
          <ac:spMkLst>
            <pc:docMk/>
            <pc:sldMk cId="2123333666" sldId="262"/>
            <ac:spMk id="5142" creationId="{6EC109E5-0396-8968-4F42-DFEC280363B6}"/>
          </ac:spMkLst>
        </pc:spChg>
        <pc:graphicFrameChg chg="mod ord modGraphic">
          <ac:chgData name="Florin-Ioan SUBŢIRICĂ (123781)" userId="43132631-b52f-408f-886a-f88aa68e2550" providerId="ADAL" clId="{A9E8DAA0-0E8A-4B3F-9ECC-58501B7F4CE5}" dt="2024-11-13T14:39:34.294" v="356" actId="26606"/>
          <ac:graphicFrameMkLst>
            <pc:docMk/>
            <pc:sldMk cId="2123333666" sldId="262"/>
            <ac:graphicFrameMk id="19" creationId="{7F535B85-AEC0-473E-F2D0-67F0BE3596DE}"/>
          </ac:graphicFrameMkLst>
        </pc:graphicFrameChg>
        <pc:picChg chg="add mod ord">
          <ac:chgData name="Florin-Ioan SUBŢIRICĂ (123781)" userId="43132631-b52f-408f-886a-f88aa68e2550" providerId="ADAL" clId="{A9E8DAA0-0E8A-4B3F-9ECC-58501B7F4CE5}" dt="2024-11-13T14:39:34.294" v="356" actId="26606"/>
          <ac:picMkLst>
            <pc:docMk/>
            <pc:sldMk cId="2123333666" sldId="262"/>
            <ac:picMk id="4098" creationId="{BEA6F901-8CCF-339A-2CDE-8BE95EED966C}"/>
          </ac:picMkLst>
        </pc:picChg>
        <pc:picChg chg="del">
          <ac:chgData name="Florin-Ioan SUBŢIRICĂ (123781)" userId="43132631-b52f-408f-886a-f88aa68e2550" providerId="ADAL" clId="{A9E8DAA0-0E8A-4B3F-9ECC-58501B7F4CE5}" dt="2024-11-13T14:39:23.122" v="352" actId="478"/>
          <ac:picMkLst>
            <pc:docMk/>
            <pc:sldMk cId="2123333666" sldId="262"/>
            <ac:picMk id="5123" creationId="{97836472-0BB7-FAF6-04B6-A57897B22239}"/>
          </ac:picMkLst>
        </pc:picChg>
      </pc:sldChg>
    </pc:docChg>
  </pc:docChgLst>
  <pc:docChgLst>
    <pc:chgData name="Florin-Ioan SUBŢIRICĂ (123781)" userId="43132631-b52f-408f-886a-f88aa68e2550" providerId="ADAL" clId="{3FC9AFDA-5425-4FDE-AF50-BB846EC04B94}"/>
    <pc:docChg chg="undo custSel modSld">
      <pc:chgData name="Florin-Ioan SUBŢIRICĂ (123781)" userId="43132631-b52f-408f-886a-f88aa68e2550" providerId="ADAL" clId="{3FC9AFDA-5425-4FDE-AF50-BB846EC04B94}" dt="2024-10-30T22:06:32.634" v="482" actId="113"/>
      <pc:docMkLst>
        <pc:docMk/>
      </pc:docMkLst>
      <pc:sldChg chg="modSp mod modNotesTx">
        <pc:chgData name="Florin-Ioan SUBŢIRICĂ (123781)" userId="43132631-b52f-408f-886a-f88aa68e2550" providerId="ADAL" clId="{3FC9AFDA-5425-4FDE-AF50-BB846EC04B94}" dt="2024-10-30T22:06:32.634" v="482" actId="113"/>
        <pc:sldMkLst>
          <pc:docMk/>
          <pc:sldMk cId="2445314831" sldId="257"/>
        </pc:sldMkLst>
        <pc:graphicFrameChg chg="mod">
          <ac:chgData name="Florin-Ioan SUBŢIRICĂ (123781)" userId="43132631-b52f-408f-886a-f88aa68e2550" providerId="ADAL" clId="{3FC9AFDA-5425-4FDE-AF50-BB846EC04B94}" dt="2024-10-30T21:44:33.082" v="60" actId="1076"/>
          <ac:graphicFrameMkLst>
            <pc:docMk/>
            <pc:sldMk cId="2445314831" sldId="257"/>
            <ac:graphicFrameMk id="19" creationId="{C709DDBF-7307-6771-D4DB-9B136D71FF11}"/>
          </ac:graphicFrameMkLst>
        </pc:graphicFrameChg>
        <pc:picChg chg="mod">
          <ac:chgData name="Florin-Ioan SUBŢIRICĂ (123781)" userId="43132631-b52f-408f-886a-f88aa68e2550" providerId="ADAL" clId="{3FC9AFDA-5425-4FDE-AF50-BB846EC04B94}" dt="2024-10-30T21:45:14.312" v="66" actId="1076"/>
          <ac:picMkLst>
            <pc:docMk/>
            <pc:sldMk cId="2445314831" sldId="257"/>
            <ac:picMk id="1040" creationId="{CC662F47-717E-C0F6-E41D-921531825254}"/>
          </ac:picMkLst>
        </pc:picChg>
      </pc:sldChg>
      <pc:sldChg chg="addSp delSp modSp mod modClrScheme delDesignElem chgLayout">
        <pc:chgData name="Florin-Ioan SUBŢIRICĂ (123781)" userId="43132631-b52f-408f-886a-f88aa68e2550" providerId="ADAL" clId="{3FC9AFDA-5425-4FDE-AF50-BB846EC04B94}" dt="2024-10-30T21:38:23.799" v="2" actId="26606"/>
        <pc:sldMkLst>
          <pc:docMk/>
          <pc:sldMk cId="2145184548" sldId="260"/>
        </pc:sldMkLst>
        <pc:spChg chg="mod or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2" creationId="{7F0884CB-02DD-CABD-D394-E47AF55C0C5A}"/>
          </ac:spMkLst>
        </pc:spChg>
        <pc:spChg chg="add mod or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3" creationId="{E9378D3D-A79B-9082-64E2-7A08C72FD76F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8" creationId="{CEDBC09E-10FE-C48A-8AE5-2DE3D7D705D6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10" creationId="{31EBD83C-D653-7B6E-791C-91DC49F82E50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12" creationId="{28B09CB6-CBCC-A221-E35E-4FA215926078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58" creationId="{28B09CB6-CBCC-A221-E35E-4FA215926078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59" creationId="{ADE57300-C7FF-4578-99A0-42B0295B123C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0" creationId="{DB8F8250-7A81-4A19-87AD-FFB2CE4E39A5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1" creationId="{499F38FC-2DEA-2647-C409-EF75720C1017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2" creationId="{26E9A97B-1917-9176-B980-E15E8CBDB12F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3" creationId="{F3FF94B3-6D3E-44FE-BB02-A9027C0003C7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4" creationId="{CEDBC09E-10FE-C48A-8AE5-2DE3D7D705D6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5" creationId="{31EBD83C-D653-7B6E-791C-91DC49F82E50}"/>
          </ac:spMkLst>
        </pc:spChg>
      </pc:sldChg>
    </pc:docChg>
  </pc:docChgLst>
  <pc:docChgLst>
    <pc:chgData name="Florin-Ioan SUBŢIRICĂ (123781)" userId="43132631-b52f-408f-886a-f88aa68e2550" providerId="ADAL" clId="{064F326B-8975-754A-9D49-1EE26FCD08B6}"/>
    <pc:docChg chg="modSld">
      <pc:chgData name="Florin-Ioan SUBŢIRICĂ (123781)" userId="43132631-b52f-408f-886a-f88aa68e2550" providerId="ADAL" clId="{064F326B-8975-754A-9D49-1EE26FCD08B6}" dt="2024-10-31T06:07:47.841" v="2" actId="5793"/>
      <pc:docMkLst>
        <pc:docMk/>
      </pc:docMkLst>
      <pc:sldChg chg="modNotesTx">
        <pc:chgData name="Florin-Ioan SUBŢIRICĂ (123781)" userId="43132631-b52f-408f-886a-f88aa68e2550" providerId="ADAL" clId="{064F326B-8975-754A-9D49-1EE26FCD08B6}" dt="2024-10-31T06:07:47.841" v="2" actId="5793"/>
        <pc:sldMkLst>
          <pc:docMk/>
          <pc:sldMk cId="2445314831" sldId="2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A38FB5-EB7D-4303-9D01-97353390DA2F}" type="doc">
      <dgm:prSet loTypeId="urn:microsoft.com/office/officeart/2005/8/layout/vProcess5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B7A7BA3-2834-431E-8904-7B7521DF27C1}">
      <dgm:prSet/>
      <dgm:spPr/>
      <dgm:t>
        <a:bodyPr/>
        <a:lstStyle/>
        <a:p>
          <a:r>
            <a:rPr lang="en-US" dirty="0" err="1"/>
            <a:t>Ganttic</a:t>
          </a:r>
          <a:r>
            <a:rPr lang="en-US" dirty="0"/>
            <a:t> </a:t>
          </a:r>
          <a:r>
            <a:rPr lang="en-US" dirty="0" err="1"/>
            <a:t>ajută</a:t>
          </a:r>
          <a:r>
            <a:rPr lang="en-US" dirty="0"/>
            <a:t> </a:t>
          </a:r>
          <a:r>
            <a:rPr lang="en-US" dirty="0" err="1"/>
            <a:t>echipele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managerii</a:t>
          </a:r>
          <a:r>
            <a:rPr lang="en-US" dirty="0"/>
            <a:t> </a:t>
          </a:r>
          <a:r>
            <a:rPr lang="en-US" dirty="0" err="1"/>
            <a:t>să</a:t>
          </a:r>
          <a:r>
            <a:rPr lang="en-US" dirty="0"/>
            <a:t> </a:t>
          </a:r>
          <a:r>
            <a:rPr lang="en-US" dirty="0" err="1"/>
            <a:t>își</a:t>
          </a:r>
          <a:r>
            <a:rPr lang="en-US" dirty="0"/>
            <a:t> </a:t>
          </a:r>
          <a:r>
            <a:rPr lang="en-US" dirty="0" err="1"/>
            <a:t>gestioneze</a:t>
          </a:r>
          <a:r>
            <a:rPr lang="en-US" dirty="0"/>
            <a:t> </a:t>
          </a:r>
          <a:r>
            <a:rPr lang="en-US" dirty="0" err="1"/>
            <a:t>eficient</a:t>
          </a:r>
          <a:r>
            <a:rPr lang="en-US" dirty="0"/>
            <a:t> </a:t>
          </a:r>
          <a:r>
            <a:rPr lang="en-US" dirty="0" err="1"/>
            <a:t>timpul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resursele</a:t>
          </a:r>
          <a:r>
            <a:rPr lang="en-US" dirty="0"/>
            <a:t>, </a:t>
          </a:r>
          <a:r>
            <a:rPr lang="en-US" dirty="0" err="1"/>
            <a:t>pentru</a:t>
          </a:r>
          <a:r>
            <a:rPr lang="en-US" dirty="0"/>
            <a:t> a </a:t>
          </a:r>
          <a:r>
            <a:rPr lang="en-US" dirty="0" err="1"/>
            <a:t>asigura</a:t>
          </a:r>
          <a:r>
            <a:rPr lang="en-US" dirty="0"/>
            <a:t> </a:t>
          </a:r>
          <a:r>
            <a:rPr lang="en-US" dirty="0" err="1"/>
            <a:t>progresul</a:t>
          </a:r>
          <a:r>
            <a:rPr lang="en-US" dirty="0"/>
            <a:t> constant al </a:t>
          </a:r>
          <a:r>
            <a:rPr lang="en-US" dirty="0" err="1"/>
            <a:t>proiectelor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evitarea</a:t>
          </a:r>
          <a:r>
            <a:rPr lang="en-US" dirty="0"/>
            <a:t> </a:t>
          </a:r>
          <a:r>
            <a:rPr lang="en-US" dirty="0" err="1"/>
            <a:t>supraîncărcării</a:t>
          </a:r>
          <a:r>
            <a:rPr lang="en-US" dirty="0"/>
            <a:t> </a:t>
          </a:r>
          <a:r>
            <a:rPr lang="en-US" dirty="0" err="1"/>
            <a:t>sau</a:t>
          </a:r>
          <a:r>
            <a:rPr lang="en-US" dirty="0"/>
            <a:t> </a:t>
          </a:r>
          <a:r>
            <a:rPr lang="en-US" dirty="0" err="1"/>
            <a:t>ineficienței</a:t>
          </a:r>
          <a:r>
            <a:rPr lang="en-US" dirty="0"/>
            <a:t>.</a:t>
          </a:r>
        </a:p>
      </dgm:t>
    </dgm:pt>
    <dgm:pt modelId="{5D618A22-E986-4180-A730-F05480C2AB67}" type="parTrans" cxnId="{FADA956A-F6B3-404E-A973-2D261EC3907A}">
      <dgm:prSet/>
      <dgm:spPr/>
      <dgm:t>
        <a:bodyPr/>
        <a:lstStyle/>
        <a:p>
          <a:endParaRPr lang="en-US"/>
        </a:p>
      </dgm:t>
    </dgm:pt>
    <dgm:pt modelId="{C59E67E9-EEC1-468A-80F4-346918227944}" type="sibTrans" cxnId="{FADA956A-F6B3-404E-A973-2D261EC3907A}">
      <dgm:prSet/>
      <dgm:spPr/>
      <dgm:t>
        <a:bodyPr/>
        <a:lstStyle/>
        <a:p>
          <a:endParaRPr lang="en-US"/>
        </a:p>
      </dgm:t>
    </dgm:pt>
    <dgm:pt modelId="{193D508E-1E05-4916-80E4-A83AD8110181}">
      <dgm:prSet/>
      <dgm:spPr/>
      <dgm:t>
        <a:bodyPr/>
        <a:lstStyle/>
        <a:p>
          <a:r>
            <a:rPr lang="en-US" dirty="0" err="1"/>
            <a:t>Ganttic</a:t>
          </a:r>
          <a:r>
            <a:rPr lang="en-US" dirty="0"/>
            <a:t> </a:t>
          </a:r>
          <a:r>
            <a:rPr lang="en-US" dirty="0" err="1"/>
            <a:t>este</a:t>
          </a:r>
          <a:r>
            <a:rPr lang="en-US" dirty="0"/>
            <a:t> un tool de management al </a:t>
          </a:r>
          <a:r>
            <a:rPr lang="en-US" dirty="0" err="1"/>
            <a:t>proiectelor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resurselor</a:t>
          </a:r>
          <a:r>
            <a:rPr lang="en-US" dirty="0"/>
            <a:t> </a:t>
          </a:r>
          <a:r>
            <a:rPr lang="en-US" dirty="0" err="1"/>
            <a:t>bazat</a:t>
          </a:r>
          <a:r>
            <a:rPr lang="en-US" dirty="0"/>
            <a:t> pe </a:t>
          </a:r>
          <a:r>
            <a:rPr lang="en-US" dirty="0" err="1"/>
            <a:t>grafice</a:t>
          </a:r>
          <a:r>
            <a:rPr lang="en-US" dirty="0"/>
            <a:t> de tip Gantt. </a:t>
          </a:r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utilizatorilor</a:t>
          </a:r>
          <a:r>
            <a:rPr lang="en-US" dirty="0"/>
            <a:t> </a:t>
          </a:r>
          <a:r>
            <a:rPr lang="en-US" dirty="0" err="1"/>
            <a:t>să</a:t>
          </a:r>
          <a:r>
            <a:rPr lang="en-US" dirty="0"/>
            <a:t> </a:t>
          </a:r>
          <a:r>
            <a:rPr lang="en-US" dirty="0" err="1"/>
            <a:t>planifice</a:t>
          </a:r>
          <a:r>
            <a:rPr lang="en-US" dirty="0"/>
            <a:t>, </a:t>
          </a:r>
          <a:r>
            <a:rPr lang="en-US" dirty="0" err="1"/>
            <a:t>să</a:t>
          </a:r>
          <a:r>
            <a:rPr lang="en-US" dirty="0"/>
            <a:t> </a:t>
          </a:r>
          <a:r>
            <a:rPr lang="en-US" dirty="0" err="1"/>
            <a:t>urmărească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să</a:t>
          </a:r>
          <a:r>
            <a:rPr lang="en-US" dirty="0"/>
            <a:t> </a:t>
          </a:r>
          <a:r>
            <a:rPr lang="en-US" dirty="0" err="1"/>
            <a:t>optimizeze</a:t>
          </a:r>
          <a:r>
            <a:rPr lang="en-US" dirty="0"/>
            <a:t> </a:t>
          </a:r>
          <a:r>
            <a:rPr lang="en-US" dirty="0" err="1"/>
            <a:t>alocarea</a:t>
          </a:r>
          <a:r>
            <a:rPr lang="en-US" dirty="0"/>
            <a:t> </a:t>
          </a:r>
          <a:r>
            <a:rPr lang="en-US" dirty="0" err="1"/>
            <a:t>resurselor</a:t>
          </a:r>
          <a:r>
            <a:rPr lang="en-US" dirty="0"/>
            <a:t> </a:t>
          </a:r>
          <a:r>
            <a:rPr lang="en-US" dirty="0" err="1"/>
            <a:t>într</a:t>
          </a:r>
          <a:r>
            <a:rPr lang="en-US" dirty="0"/>
            <a:t>-un mod </a:t>
          </a:r>
          <a:r>
            <a:rPr lang="en-US" dirty="0" err="1"/>
            <a:t>vizual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intuitiv</a:t>
          </a:r>
          <a:r>
            <a:rPr lang="en-US" dirty="0"/>
            <a:t>.</a:t>
          </a:r>
        </a:p>
      </dgm:t>
    </dgm:pt>
    <dgm:pt modelId="{DC1188F9-D478-4E76-9245-77F2D66648DB}" type="sibTrans" cxnId="{A49D1800-536E-4635-AA02-6EBA47FD6170}">
      <dgm:prSet/>
      <dgm:spPr/>
      <dgm:t>
        <a:bodyPr/>
        <a:lstStyle/>
        <a:p>
          <a:endParaRPr lang="en-US"/>
        </a:p>
      </dgm:t>
    </dgm:pt>
    <dgm:pt modelId="{AB3640AE-2C64-44EF-8817-913A668EB632}" type="parTrans" cxnId="{A49D1800-536E-4635-AA02-6EBA47FD6170}">
      <dgm:prSet/>
      <dgm:spPr/>
      <dgm:t>
        <a:bodyPr/>
        <a:lstStyle/>
        <a:p>
          <a:endParaRPr lang="en-US"/>
        </a:p>
      </dgm:t>
    </dgm:pt>
    <dgm:pt modelId="{5C4DEE15-19AB-4DC2-8FAB-2D0ECD9DBF60}" type="pres">
      <dgm:prSet presAssocID="{C8A38FB5-EB7D-4303-9D01-97353390DA2F}" presName="outerComposite" presStyleCnt="0">
        <dgm:presLayoutVars>
          <dgm:chMax val="5"/>
          <dgm:dir/>
          <dgm:resizeHandles val="exact"/>
        </dgm:presLayoutVars>
      </dgm:prSet>
      <dgm:spPr/>
    </dgm:pt>
    <dgm:pt modelId="{4FEE3597-83ED-4307-A655-2ADC6B9D7047}" type="pres">
      <dgm:prSet presAssocID="{C8A38FB5-EB7D-4303-9D01-97353390DA2F}" presName="dummyMaxCanvas" presStyleCnt="0">
        <dgm:presLayoutVars/>
      </dgm:prSet>
      <dgm:spPr/>
    </dgm:pt>
    <dgm:pt modelId="{87F9993D-8D4C-466F-ACE5-2662073D899F}" type="pres">
      <dgm:prSet presAssocID="{C8A38FB5-EB7D-4303-9D01-97353390DA2F}" presName="TwoNodes_1" presStyleLbl="node1" presStyleIdx="0" presStyleCnt="2">
        <dgm:presLayoutVars>
          <dgm:bulletEnabled val="1"/>
        </dgm:presLayoutVars>
      </dgm:prSet>
      <dgm:spPr/>
    </dgm:pt>
    <dgm:pt modelId="{57CF9067-00C8-49A8-8479-AAEA587735F7}" type="pres">
      <dgm:prSet presAssocID="{C8A38FB5-EB7D-4303-9D01-97353390DA2F}" presName="TwoNodes_2" presStyleLbl="node1" presStyleIdx="1" presStyleCnt="2">
        <dgm:presLayoutVars>
          <dgm:bulletEnabled val="1"/>
        </dgm:presLayoutVars>
      </dgm:prSet>
      <dgm:spPr/>
    </dgm:pt>
    <dgm:pt modelId="{B7B76598-73E1-43EE-A210-2DA68AB32E19}" type="pres">
      <dgm:prSet presAssocID="{C8A38FB5-EB7D-4303-9D01-97353390DA2F}" presName="TwoConn_1-2" presStyleLbl="fgAccFollowNode1" presStyleIdx="0" presStyleCnt="1">
        <dgm:presLayoutVars>
          <dgm:bulletEnabled val="1"/>
        </dgm:presLayoutVars>
      </dgm:prSet>
      <dgm:spPr/>
    </dgm:pt>
    <dgm:pt modelId="{08582C80-C152-4650-AB86-F7FBE7961194}" type="pres">
      <dgm:prSet presAssocID="{C8A38FB5-EB7D-4303-9D01-97353390DA2F}" presName="TwoNodes_1_text" presStyleLbl="node1" presStyleIdx="1" presStyleCnt="2">
        <dgm:presLayoutVars>
          <dgm:bulletEnabled val="1"/>
        </dgm:presLayoutVars>
      </dgm:prSet>
      <dgm:spPr/>
    </dgm:pt>
    <dgm:pt modelId="{43C73F26-C8DC-49E3-A837-1C4DA0FD62BB}" type="pres">
      <dgm:prSet presAssocID="{C8A38FB5-EB7D-4303-9D01-97353390DA2F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49D1800-536E-4635-AA02-6EBA47FD6170}" srcId="{C8A38FB5-EB7D-4303-9D01-97353390DA2F}" destId="{193D508E-1E05-4916-80E4-A83AD8110181}" srcOrd="0" destOrd="0" parTransId="{AB3640AE-2C64-44EF-8817-913A668EB632}" sibTransId="{DC1188F9-D478-4E76-9245-77F2D66648DB}"/>
    <dgm:cxn modelId="{29783E07-5CF2-4F77-88E0-12C4C5C82523}" type="presOf" srcId="{193D508E-1E05-4916-80E4-A83AD8110181}" destId="{87F9993D-8D4C-466F-ACE5-2662073D899F}" srcOrd="0" destOrd="0" presId="urn:microsoft.com/office/officeart/2005/8/layout/vProcess5"/>
    <dgm:cxn modelId="{6C1BB737-F1E5-4557-9B0E-5D3C0AF58E88}" type="presOf" srcId="{BB7A7BA3-2834-431E-8904-7B7521DF27C1}" destId="{57CF9067-00C8-49A8-8479-AAEA587735F7}" srcOrd="0" destOrd="0" presId="urn:microsoft.com/office/officeart/2005/8/layout/vProcess5"/>
    <dgm:cxn modelId="{FADA956A-F6B3-404E-A973-2D261EC3907A}" srcId="{C8A38FB5-EB7D-4303-9D01-97353390DA2F}" destId="{BB7A7BA3-2834-431E-8904-7B7521DF27C1}" srcOrd="1" destOrd="0" parTransId="{5D618A22-E986-4180-A730-F05480C2AB67}" sibTransId="{C59E67E9-EEC1-468A-80F4-346918227944}"/>
    <dgm:cxn modelId="{283DE652-E45E-4829-988A-A1044357FD5E}" type="presOf" srcId="{DC1188F9-D478-4E76-9245-77F2D66648DB}" destId="{B7B76598-73E1-43EE-A210-2DA68AB32E19}" srcOrd="0" destOrd="0" presId="urn:microsoft.com/office/officeart/2005/8/layout/vProcess5"/>
    <dgm:cxn modelId="{92183399-4BFE-43EA-A980-8680664E18F6}" type="presOf" srcId="{BB7A7BA3-2834-431E-8904-7B7521DF27C1}" destId="{43C73F26-C8DC-49E3-A837-1C4DA0FD62BB}" srcOrd="1" destOrd="0" presId="urn:microsoft.com/office/officeart/2005/8/layout/vProcess5"/>
    <dgm:cxn modelId="{852AD5D2-5A2A-429C-873B-C66E5F2EC933}" type="presOf" srcId="{193D508E-1E05-4916-80E4-A83AD8110181}" destId="{08582C80-C152-4650-AB86-F7FBE7961194}" srcOrd="1" destOrd="0" presId="urn:microsoft.com/office/officeart/2005/8/layout/vProcess5"/>
    <dgm:cxn modelId="{621941F6-95B5-4323-96A8-EDC81B3373B4}" type="presOf" srcId="{C8A38FB5-EB7D-4303-9D01-97353390DA2F}" destId="{5C4DEE15-19AB-4DC2-8FAB-2D0ECD9DBF60}" srcOrd="0" destOrd="0" presId="urn:microsoft.com/office/officeart/2005/8/layout/vProcess5"/>
    <dgm:cxn modelId="{A9D75029-73B9-41AC-813A-309D61620ABA}" type="presParOf" srcId="{5C4DEE15-19AB-4DC2-8FAB-2D0ECD9DBF60}" destId="{4FEE3597-83ED-4307-A655-2ADC6B9D7047}" srcOrd="0" destOrd="0" presId="urn:microsoft.com/office/officeart/2005/8/layout/vProcess5"/>
    <dgm:cxn modelId="{E0C7DA6C-4A85-494A-9A8F-A589C3EAD583}" type="presParOf" srcId="{5C4DEE15-19AB-4DC2-8FAB-2D0ECD9DBF60}" destId="{87F9993D-8D4C-466F-ACE5-2662073D899F}" srcOrd="1" destOrd="0" presId="urn:microsoft.com/office/officeart/2005/8/layout/vProcess5"/>
    <dgm:cxn modelId="{BE8C1DDA-E835-48C4-82C0-3EA92EBF2750}" type="presParOf" srcId="{5C4DEE15-19AB-4DC2-8FAB-2D0ECD9DBF60}" destId="{57CF9067-00C8-49A8-8479-AAEA587735F7}" srcOrd="2" destOrd="0" presId="urn:microsoft.com/office/officeart/2005/8/layout/vProcess5"/>
    <dgm:cxn modelId="{DE43C3E9-3F79-4538-99AD-D7608C9F7D0A}" type="presParOf" srcId="{5C4DEE15-19AB-4DC2-8FAB-2D0ECD9DBF60}" destId="{B7B76598-73E1-43EE-A210-2DA68AB32E19}" srcOrd="3" destOrd="0" presId="urn:microsoft.com/office/officeart/2005/8/layout/vProcess5"/>
    <dgm:cxn modelId="{30584C6B-C1B4-4A0C-86CF-0AB09F77928D}" type="presParOf" srcId="{5C4DEE15-19AB-4DC2-8FAB-2D0ECD9DBF60}" destId="{08582C80-C152-4650-AB86-F7FBE7961194}" srcOrd="4" destOrd="0" presId="urn:microsoft.com/office/officeart/2005/8/layout/vProcess5"/>
    <dgm:cxn modelId="{7EA6492C-7D50-4377-B06C-1F1ACEAE5892}" type="presParOf" srcId="{5C4DEE15-19AB-4DC2-8FAB-2D0ECD9DBF60}" destId="{43C73F26-C8DC-49E3-A837-1C4DA0FD62B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6727F2-F860-4001-9732-7F7B8068AD31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31F991-6A72-4E4F-A2A4-6BE6C2328C89}">
      <dgm:prSet/>
      <dgm:spPr/>
      <dgm:t>
        <a:bodyPr/>
        <a:lstStyle/>
        <a:p>
          <a:r>
            <a:rPr lang="en-US" dirty="0"/>
            <a:t>Timeline </a:t>
          </a:r>
          <a:r>
            <a:rPr lang="en-US" dirty="0" err="1"/>
            <a:t>interactiv</a:t>
          </a:r>
          <a:endParaRPr lang="en-US" dirty="0"/>
        </a:p>
      </dgm:t>
    </dgm:pt>
    <dgm:pt modelId="{57FD217A-3486-4309-B22F-CA7D1FF7586F}" type="parTrans" cxnId="{19D3EB41-F17B-4C23-BAE1-6096D07F84D8}">
      <dgm:prSet/>
      <dgm:spPr/>
      <dgm:t>
        <a:bodyPr/>
        <a:lstStyle/>
        <a:p>
          <a:endParaRPr lang="en-US"/>
        </a:p>
      </dgm:t>
    </dgm:pt>
    <dgm:pt modelId="{052F5D5F-625F-4858-936C-ABE7ACF7293B}" type="sibTrans" cxnId="{19D3EB41-F17B-4C23-BAE1-6096D07F84D8}">
      <dgm:prSet/>
      <dgm:spPr/>
      <dgm:t>
        <a:bodyPr/>
        <a:lstStyle/>
        <a:p>
          <a:endParaRPr lang="en-US"/>
        </a:p>
      </dgm:t>
    </dgm:pt>
    <dgm:pt modelId="{B400E728-ABBE-4BE3-8F1E-7F671C05C4FC}">
      <dgm:prSet/>
      <dgm:spPr/>
      <dgm:t>
        <a:bodyPr/>
        <a:lstStyle/>
        <a:p>
          <a:r>
            <a:rPr lang="en-US" b="1" i="0" baseline="0" dirty="0" err="1"/>
            <a:t>Vizualizări</a:t>
          </a:r>
          <a:r>
            <a:rPr lang="en-US" b="1" i="0" baseline="0" dirty="0"/>
            <a:t> multiple</a:t>
          </a:r>
          <a:endParaRPr lang="en-US" dirty="0"/>
        </a:p>
      </dgm:t>
    </dgm:pt>
    <dgm:pt modelId="{05343756-2C4D-4B97-8CEF-3594C15B1D1F}" type="parTrans" cxnId="{942896BF-D32B-4B3E-BB23-21F59592CC0E}">
      <dgm:prSet/>
      <dgm:spPr/>
      <dgm:t>
        <a:bodyPr/>
        <a:lstStyle/>
        <a:p>
          <a:endParaRPr lang="en-US"/>
        </a:p>
      </dgm:t>
    </dgm:pt>
    <dgm:pt modelId="{3BE9BF7C-A92A-41FB-AE2D-7452BF023C18}" type="sibTrans" cxnId="{942896BF-D32B-4B3E-BB23-21F59592CC0E}">
      <dgm:prSet/>
      <dgm:spPr/>
      <dgm:t>
        <a:bodyPr/>
        <a:lstStyle/>
        <a:p>
          <a:endParaRPr lang="en-US"/>
        </a:p>
      </dgm:t>
    </dgm:pt>
    <dgm:pt modelId="{EEC5D5CB-C83D-4DDB-B629-492A917607FE}">
      <dgm:prSet/>
      <dgm:spPr/>
      <dgm:t>
        <a:bodyPr/>
        <a:lstStyle/>
        <a:p>
          <a:r>
            <a:rPr lang="en-US" dirty="0"/>
            <a:t>Dashboard </a:t>
          </a:r>
          <a:r>
            <a:rPr lang="en-US" dirty="0" err="1"/>
            <a:t>personalizat</a:t>
          </a:r>
          <a:endParaRPr lang="en-US" dirty="0"/>
        </a:p>
      </dgm:t>
    </dgm:pt>
    <dgm:pt modelId="{C7502AC4-E0AD-4611-BEAB-C739B0AEF419}" type="parTrans" cxnId="{D3B93330-59D8-4A5A-940E-425455018AE9}">
      <dgm:prSet/>
      <dgm:spPr/>
      <dgm:t>
        <a:bodyPr/>
        <a:lstStyle/>
        <a:p>
          <a:endParaRPr lang="en-US"/>
        </a:p>
      </dgm:t>
    </dgm:pt>
    <dgm:pt modelId="{1B3E5604-C9F6-4AE7-BAB2-E9CC5310C89F}" type="sibTrans" cxnId="{D3B93330-59D8-4A5A-940E-425455018AE9}">
      <dgm:prSet/>
      <dgm:spPr/>
      <dgm:t>
        <a:bodyPr/>
        <a:lstStyle/>
        <a:p>
          <a:endParaRPr lang="en-US"/>
        </a:p>
      </dgm:t>
    </dgm:pt>
    <dgm:pt modelId="{000C050C-5F4C-4A4E-87C8-199705C33A02}">
      <dgm:prSet/>
      <dgm:spPr/>
      <dgm:t>
        <a:bodyPr/>
        <a:lstStyle/>
        <a:p>
          <a:r>
            <a:rPr lang="en-US" dirty="0" err="1"/>
            <a:t>Funcții</a:t>
          </a:r>
          <a:r>
            <a:rPr lang="en-US" dirty="0"/>
            <a:t> de </a:t>
          </a:r>
          <a:r>
            <a:rPr lang="en-US" dirty="0" err="1"/>
            <a:t>raportare</a:t>
          </a:r>
          <a:endParaRPr lang="en-US" dirty="0"/>
        </a:p>
      </dgm:t>
    </dgm:pt>
    <dgm:pt modelId="{67EBD2CC-97D5-49E6-86D9-40142E3A7DD8}" type="parTrans" cxnId="{699CA293-D662-4DFB-95AC-302EB7467F43}">
      <dgm:prSet/>
      <dgm:spPr/>
      <dgm:t>
        <a:bodyPr/>
        <a:lstStyle/>
        <a:p>
          <a:endParaRPr lang="en-US"/>
        </a:p>
      </dgm:t>
    </dgm:pt>
    <dgm:pt modelId="{AF8248CB-6871-4828-9D07-D803AFDF29E7}" type="sibTrans" cxnId="{699CA293-D662-4DFB-95AC-302EB7467F43}">
      <dgm:prSet/>
      <dgm:spPr/>
      <dgm:t>
        <a:bodyPr/>
        <a:lstStyle/>
        <a:p>
          <a:endParaRPr lang="en-US"/>
        </a:p>
      </dgm:t>
    </dgm:pt>
    <dgm:pt modelId="{88039729-1223-48FE-B0A1-84819DAE734D}" type="pres">
      <dgm:prSet presAssocID="{F16727F2-F860-4001-9732-7F7B8068AD31}" presName="Name0" presStyleCnt="0">
        <dgm:presLayoutVars>
          <dgm:dir/>
          <dgm:animLvl val="lvl"/>
          <dgm:resizeHandles val="exact"/>
        </dgm:presLayoutVars>
      </dgm:prSet>
      <dgm:spPr/>
    </dgm:pt>
    <dgm:pt modelId="{CA164C45-96E6-45D2-A473-BAB7B32C1EDC}" type="pres">
      <dgm:prSet presAssocID="{9931F991-6A72-4E4F-A2A4-6BE6C2328C89}" presName="linNode" presStyleCnt="0"/>
      <dgm:spPr/>
    </dgm:pt>
    <dgm:pt modelId="{384A7AD9-35ED-495C-BD61-2BD1F046D4B8}" type="pres">
      <dgm:prSet presAssocID="{9931F991-6A72-4E4F-A2A4-6BE6C2328C8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02CA9A1-C5CA-45CA-85E5-A3E0276ED1EB}" type="pres">
      <dgm:prSet presAssocID="{052F5D5F-625F-4858-936C-ABE7ACF7293B}" presName="sp" presStyleCnt="0"/>
      <dgm:spPr/>
    </dgm:pt>
    <dgm:pt modelId="{83095375-62E9-4EAC-8988-CFAF03143281}" type="pres">
      <dgm:prSet presAssocID="{EEC5D5CB-C83D-4DDB-B629-492A917607FE}" presName="linNode" presStyleCnt="0"/>
      <dgm:spPr/>
    </dgm:pt>
    <dgm:pt modelId="{BA522895-2F67-4CFE-9BEB-417305582D2E}" type="pres">
      <dgm:prSet presAssocID="{EEC5D5CB-C83D-4DDB-B629-492A917607F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928972E-345A-4377-BA64-BD879774CF53}" type="pres">
      <dgm:prSet presAssocID="{1B3E5604-C9F6-4AE7-BAB2-E9CC5310C89F}" presName="sp" presStyleCnt="0"/>
      <dgm:spPr/>
    </dgm:pt>
    <dgm:pt modelId="{08174805-17ED-4AFA-90F4-ECFD35B692D3}" type="pres">
      <dgm:prSet presAssocID="{B400E728-ABBE-4BE3-8F1E-7F671C05C4FC}" presName="linNode" presStyleCnt="0"/>
      <dgm:spPr/>
    </dgm:pt>
    <dgm:pt modelId="{EC9F3755-96F1-4ED3-9448-406D86C06B99}" type="pres">
      <dgm:prSet presAssocID="{B400E728-ABBE-4BE3-8F1E-7F671C05C4F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30680C6-50BA-460A-BAF0-13FE29B2E663}" type="pres">
      <dgm:prSet presAssocID="{3BE9BF7C-A92A-41FB-AE2D-7452BF023C18}" presName="sp" presStyleCnt="0"/>
      <dgm:spPr/>
    </dgm:pt>
    <dgm:pt modelId="{BF358C34-16CC-4A35-A49F-787B42E834BF}" type="pres">
      <dgm:prSet presAssocID="{000C050C-5F4C-4A4E-87C8-199705C33A02}" presName="linNode" presStyleCnt="0"/>
      <dgm:spPr/>
    </dgm:pt>
    <dgm:pt modelId="{38628C2B-5CA2-43AB-A03C-8CF78B460D97}" type="pres">
      <dgm:prSet presAssocID="{000C050C-5F4C-4A4E-87C8-199705C33A0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A3B1501-819E-46C8-9F0F-2D4FD35480FF}" type="presOf" srcId="{F16727F2-F860-4001-9732-7F7B8068AD31}" destId="{88039729-1223-48FE-B0A1-84819DAE734D}" srcOrd="0" destOrd="0" presId="urn:microsoft.com/office/officeart/2005/8/layout/vList5"/>
    <dgm:cxn modelId="{D3B93330-59D8-4A5A-940E-425455018AE9}" srcId="{F16727F2-F860-4001-9732-7F7B8068AD31}" destId="{EEC5D5CB-C83D-4DDB-B629-492A917607FE}" srcOrd="1" destOrd="0" parTransId="{C7502AC4-E0AD-4611-BEAB-C739B0AEF419}" sibTransId="{1B3E5604-C9F6-4AE7-BAB2-E9CC5310C89F}"/>
    <dgm:cxn modelId="{19D3EB41-F17B-4C23-BAE1-6096D07F84D8}" srcId="{F16727F2-F860-4001-9732-7F7B8068AD31}" destId="{9931F991-6A72-4E4F-A2A4-6BE6C2328C89}" srcOrd="0" destOrd="0" parTransId="{57FD217A-3486-4309-B22F-CA7D1FF7586F}" sibTransId="{052F5D5F-625F-4858-936C-ABE7ACF7293B}"/>
    <dgm:cxn modelId="{5303B774-176B-444D-86B9-9A01A1238D59}" type="presOf" srcId="{000C050C-5F4C-4A4E-87C8-199705C33A02}" destId="{38628C2B-5CA2-43AB-A03C-8CF78B460D97}" srcOrd="0" destOrd="0" presId="urn:microsoft.com/office/officeart/2005/8/layout/vList5"/>
    <dgm:cxn modelId="{2670EC7F-CECB-4F39-8FF6-C4FF665047A9}" type="presOf" srcId="{EEC5D5CB-C83D-4DDB-B629-492A917607FE}" destId="{BA522895-2F67-4CFE-9BEB-417305582D2E}" srcOrd="0" destOrd="0" presId="urn:microsoft.com/office/officeart/2005/8/layout/vList5"/>
    <dgm:cxn modelId="{699CA293-D662-4DFB-95AC-302EB7467F43}" srcId="{F16727F2-F860-4001-9732-7F7B8068AD31}" destId="{000C050C-5F4C-4A4E-87C8-199705C33A02}" srcOrd="3" destOrd="0" parTransId="{67EBD2CC-97D5-49E6-86D9-40142E3A7DD8}" sibTransId="{AF8248CB-6871-4828-9D07-D803AFDF29E7}"/>
    <dgm:cxn modelId="{942896BF-D32B-4B3E-BB23-21F59592CC0E}" srcId="{F16727F2-F860-4001-9732-7F7B8068AD31}" destId="{B400E728-ABBE-4BE3-8F1E-7F671C05C4FC}" srcOrd="2" destOrd="0" parTransId="{05343756-2C4D-4B97-8CEF-3594C15B1D1F}" sibTransId="{3BE9BF7C-A92A-41FB-AE2D-7452BF023C18}"/>
    <dgm:cxn modelId="{52580CDE-504F-46DC-81AE-83BF8C5336AC}" type="presOf" srcId="{9931F991-6A72-4E4F-A2A4-6BE6C2328C89}" destId="{384A7AD9-35ED-495C-BD61-2BD1F046D4B8}" srcOrd="0" destOrd="0" presId="urn:microsoft.com/office/officeart/2005/8/layout/vList5"/>
    <dgm:cxn modelId="{796503F5-9A38-499D-B1B1-E2C44E71F2BE}" type="presOf" srcId="{B400E728-ABBE-4BE3-8F1E-7F671C05C4FC}" destId="{EC9F3755-96F1-4ED3-9448-406D86C06B99}" srcOrd="0" destOrd="0" presId="urn:microsoft.com/office/officeart/2005/8/layout/vList5"/>
    <dgm:cxn modelId="{0D78ADED-A78C-4B02-9680-774A520B9DF4}" type="presParOf" srcId="{88039729-1223-48FE-B0A1-84819DAE734D}" destId="{CA164C45-96E6-45D2-A473-BAB7B32C1EDC}" srcOrd="0" destOrd="0" presId="urn:microsoft.com/office/officeart/2005/8/layout/vList5"/>
    <dgm:cxn modelId="{585B5D41-17EB-467B-AA8E-DDAA584B5E49}" type="presParOf" srcId="{CA164C45-96E6-45D2-A473-BAB7B32C1EDC}" destId="{384A7AD9-35ED-495C-BD61-2BD1F046D4B8}" srcOrd="0" destOrd="0" presId="urn:microsoft.com/office/officeart/2005/8/layout/vList5"/>
    <dgm:cxn modelId="{0C27CC6C-76F9-4E08-BE6B-7A4E02BC7C14}" type="presParOf" srcId="{88039729-1223-48FE-B0A1-84819DAE734D}" destId="{402CA9A1-C5CA-45CA-85E5-A3E0276ED1EB}" srcOrd="1" destOrd="0" presId="urn:microsoft.com/office/officeart/2005/8/layout/vList5"/>
    <dgm:cxn modelId="{670EFA66-4483-465B-A9A8-848E5D2B2EF2}" type="presParOf" srcId="{88039729-1223-48FE-B0A1-84819DAE734D}" destId="{83095375-62E9-4EAC-8988-CFAF03143281}" srcOrd="2" destOrd="0" presId="urn:microsoft.com/office/officeart/2005/8/layout/vList5"/>
    <dgm:cxn modelId="{1E985B4C-A6CA-4425-A863-3180CDF04C2D}" type="presParOf" srcId="{83095375-62E9-4EAC-8988-CFAF03143281}" destId="{BA522895-2F67-4CFE-9BEB-417305582D2E}" srcOrd="0" destOrd="0" presId="urn:microsoft.com/office/officeart/2005/8/layout/vList5"/>
    <dgm:cxn modelId="{B9405B90-D030-42CF-B30C-DAE4881C58BF}" type="presParOf" srcId="{88039729-1223-48FE-B0A1-84819DAE734D}" destId="{7928972E-345A-4377-BA64-BD879774CF53}" srcOrd="3" destOrd="0" presId="urn:microsoft.com/office/officeart/2005/8/layout/vList5"/>
    <dgm:cxn modelId="{C6ADD29D-F0D2-409B-AAF8-F16CB1164938}" type="presParOf" srcId="{88039729-1223-48FE-B0A1-84819DAE734D}" destId="{08174805-17ED-4AFA-90F4-ECFD35B692D3}" srcOrd="4" destOrd="0" presId="urn:microsoft.com/office/officeart/2005/8/layout/vList5"/>
    <dgm:cxn modelId="{4FA9974E-EE29-499A-92C1-17A512F33038}" type="presParOf" srcId="{08174805-17ED-4AFA-90F4-ECFD35B692D3}" destId="{EC9F3755-96F1-4ED3-9448-406D86C06B99}" srcOrd="0" destOrd="0" presId="urn:microsoft.com/office/officeart/2005/8/layout/vList5"/>
    <dgm:cxn modelId="{1ABE7241-8008-4736-B77A-E4B8CEB199E8}" type="presParOf" srcId="{88039729-1223-48FE-B0A1-84819DAE734D}" destId="{730680C6-50BA-460A-BAF0-13FE29B2E663}" srcOrd="5" destOrd="0" presId="urn:microsoft.com/office/officeart/2005/8/layout/vList5"/>
    <dgm:cxn modelId="{ED7124C2-30C2-4219-9AE5-3B584B3E0FD6}" type="presParOf" srcId="{88039729-1223-48FE-B0A1-84819DAE734D}" destId="{BF358C34-16CC-4A35-A49F-787B42E834BF}" srcOrd="6" destOrd="0" presId="urn:microsoft.com/office/officeart/2005/8/layout/vList5"/>
    <dgm:cxn modelId="{11691FA5-AC39-4269-9FE5-24A6BB16741C}" type="presParOf" srcId="{BF358C34-16CC-4A35-A49F-787B42E834BF}" destId="{38628C2B-5CA2-43AB-A03C-8CF78B460D9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19F532-B471-4E57-BB47-99FF4EAD7E4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D0EB61-A70A-4427-B241-751D0C02D475}">
      <dgm:prSet/>
      <dgm:spPr/>
      <dgm:t>
        <a:bodyPr/>
        <a:lstStyle/>
        <a:p>
          <a:r>
            <a:rPr lang="en-US" dirty="0" err="1"/>
            <a:t>Crearea</a:t>
          </a:r>
          <a:r>
            <a:rPr lang="en-US" dirty="0"/>
            <a:t> </a:t>
          </a:r>
          <a:r>
            <a:rPr lang="en-US" dirty="0" err="1"/>
            <a:t>unui</a:t>
          </a:r>
          <a:r>
            <a:rPr lang="en-US" dirty="0"/>
            <a:t> </a:t>
          </a:r>
          <a:r>
            <a:rPr lang="en-US" dirty="0" err="1"/>
            <a:t>proiect</a:t>
          </a:r>
          <a:endParaRPr lang="en-US" dirty="0"/>
        </a:p>
      </dgm:t>
    </dgm:pt>
    <dgm:pt modelId="{539B2A2D-5325-49E3-A5F8-2B0BDE0A488F}" type="parTrans" cxnId="{35E2872C-B7EA-47AB-BE2E-52BE6E4D0F99}">
      <dgm:prSet/>
      <dgm:spPr/>
      <dgm:t>
        <a:bodyPr/>
        <a:lstStyle/>
        <a:p>
          <a:endParaRPr lang="en-US"/>
        </a:p>
      </dgm:t>
    </dgm:pt>
    <dgm:pt modelId="{09F81198-79B0-4AAB-AE21-C2D4E9C743AE}" type="sibTrans" cxnId="{35E2872C-B7EA-47AB-BE2E-52BE6E4D0F99}">
      <dgm:prSet/>
      <dgm:spPr/>
      <dgm:t>
        <a:bodyPr/>
        <a:lstStyle/>
        <a:p>
          <a:endParaRPr lang="en-US"/>
        </a:p>
      </dgm:t>
    </dgm:pt>
    <dgm:pt modelId="{B3B1256F-D8B9-4A9F-BC31-6A4C7CBC20E4}">
      <dgm:prSet/>
      <dgm:spPr/>
      <dgm:t>
        <a:bodyPr/>
        <a:lstStyle/>
        <a:p>
          <a:r>
            <a:rPr lang="en-US" dirty="0"/>
            <a:t>Alocarea resurselor</a:t>
          </a:r>
        </a:p>
      </dgm:t>
    </dgm:pt>
    <dgm:pt modelId="{559AC2DC-6C0F-4153-B34A-D1439CB653B1}" type="parTrans" cxnId="{D8C57FAF-2418-4FBC-B977-DD61AE93BBD8}">
      <dgm:prSet/>
      <dgm:spPr/>
      <dgm:t>
        <a:bodyPr/>
        <a:lstStyle/>
        <a:p>
          <a:endParaRPr lang="en-US"/>
        </a:p>
      </dgm:t>
    </dgm:pt>
    <dgm:pt modelId="{424255DB-4904-4BB5-9BFA-FB68B0572BBF}" type="sibTrans" cxnId="{D8C57FAF-2418-4FBC-B977-DD61AE93BBD8}">
      <dgm:prSet/>
      <dgm:spPr/>
      <dgm:t>
        <a:bodyPr/>
        <a:lstStyle/>
        <a:p>
          <a:endParaRPr lang="en-US"/>
        </a:p>
      </dgm:t>
    </dgm:pt>
    <dgm:pt modelId="{9BFFFB5D-1C45-4C03-96E3-42FAAB1A1C02}">
      <dgm:prSet/>
      <dgm:spPr/>
      <dgm:t>
        <a:bodyPr/>
        <a:lstStyle/>
        <a:p>
          <a:r>
            <a:rPr lang="en-US" dirty="0"/>
            <a:t>Monitorizarea progresului</a:t>
          </a:r>
        </a:p>
      </dgm:t>
    </dgm:pt>
    <dgm:pt modelId="{65F954B3-F357-4563-A3EC-472D22F04CCD}" type="parTrans" cxnId="{559F1F0E-BA23-4C00-A0F6-A9DCCA58EF75}">
      <dgm:prSet/>
      <dgm:spPr/>
      <dgm:t>
        <a:bodyPr/>
        <a:lstStyle/>
        <a:p>
          <a:endParaRPr lang="en-US"/>
        </a:p>
      </dgm:t>
    </dgm:pt>
    <dgm:pt modelId="{BC25A8F2-241D-466B-8761-81B226B84BF6}" type="sibTrans" cxnId="{559F1F0E-BA23-4C00-A0F6-A9DCCA58EF75}">
      <dgm:prSet/>
      <dgm:spPr/>
      <dgm:t>
        <a:bodyPr/>
        <a:lstStyle/>
        <a:p>
          <a:endParaRPr lang="en-US"/>
        </a:p>
      </dgm:t>
    </dgm:pt>
    <dgm:pt modelId="{C61D060F-4DA9-449D-82F2-CDE0C26F1E23}">
      <dgm:prSet/>
      <dgm:spPr/>
      <dgm:t>
        <a:bodyPr/>
        <a:lstStyle/>
        <a:p>
          <a:r>
            <a:rPr lang="en-US" dirty="0"/>
            <a:t>Raportare</a:t>
          </a:r>
        </a:p>
      </dgm:t>
    </dgm:pt>
    <dgm:pt modelId="{6916F325-8497-439B-A848-DE2D996B073C}" type="parTrans" cxnId="{030B980F-D104-441F-BEBD-5299EA0F8CA2}">
      <dgm:prSet/>
      <dgm:spPr/>
      <dgm:t>
        <a:bodyPr/>
        <a:lstStyle/>
        <a:p>
          <a:endParaRPr lang="en-US"/>
        </a:p>
      </dgm:t>
    </dgm:pt>
    <dgm:pt modelId="{7541253C-ED9B-4371-A029-8E45686AD2A7}" type="sibTrans" cxnId="{030B980F-D104-441F-BEBD-5299EA0F8CA2}">
      <dgm:prSet/>
      <dgm:spPr/>
      <dgm:t>
        <a:bodyPr/>
        <a:lstStyle/>
        <a:p>
          <a:endParaRPr lang="en-US"/>
        </a:p>
      </dgm:t>
    </dgm:pt>
    <dgm:pt modelId="{813B28B3-E491-48E6-B034-D6155CDC5C25}" type="pres">
      <dgm:prSet presAssocID="{3E19F532-B471-4E57-BB47-99FF4EAD7E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A33617-0BDE-47D3-8822-0E64F9C5B09D}" type="pres">
      <dgm:prSet presAssocID="{D2D0EB61-A70A-4427-B241-751D0C02D475}" presName="hierRoot1" presStyleCnt="0"/>
      <dgm:spPr/>
    </dgm:pt>
    <dgm:pt modelId="{03C239C5-10F2-476F-8132-946180E002A8}" type="pres">
      <dgm:prSet presAssocID="{D2D0EB61-A70A-4427-B241-751D0C02D475}" presName="composite" presStyleCnt="0"/>
      <dgm:spPr/>
    </dgm:pt>
    <dgm:pt modelId="{C8B3931D-A181-41AE-88C9-4D12384A2B94}" type="pres">
      <dgm:prSet presAssocID="{D2D0EB61-A70A-4427-B241-751D0C02D475}" presName="background" presStyleLbl="node0" presStyleIdx="0" presStyleCnt="4"/>
      <dgm:spPr/>
    </dgm:pt>
    <dgm:pt modelId="{9CB1A713-B9E3-4002-81A6-B0015D4E40D9}" type="pres">
      <dgm:prSet presAssocID="{D2D0EB61-A70A-4427-B241-751D0C02D475}" presName="text" presStyleLbl="fgAcc0" presStyleIdx="0" presStyleCnt="4">
        <dgm:presLayoutVars>
          <dgm:chPref val="3"/>
        </dgm:presLayoutVars>
      </dgm:prSet>
      <dgm:spPr/>
    </dgm:pt>
    <dgm:pt modelId="{06B9FD82-789A-4CC6-9B19-25875ED40590}" type="pres">
      <dgm:prSet presAssocID="{D2D0EB61-A70A-4427-B241-751D0C02D475}" presName="hierChild2" presStyleCnt="0"/>
      <dgm:spPr/>
    </dgm:pt>
    <dgm:pt modelId="{26F538F8-687D-4955-9E0F-02B223AF241D}" type="pres">
      <dgm:prSet presAssocID="{B3B1256F-D8B9-4A9F-BC31-6A4C7CBC20E4}" presName="hierRoot1" presStyleCnt="0"/>
      <dgm:spPr/>
    </dgm:pt>
    <dgm:pt modelId="{F4E48523-BEF4-4523-ABA1-6B6E817E1642}" type="pres">
      <dgm:prSet presAssocID="{B3B1256F-D8B9-4A9F-BC31-6A4C7CBC20E4}" presName="composite" presStyleCnt="0"/>
      <dgm:spPr/>
    </dgm:pt>
    <dgm:pt modelId="{FAD314B6-CAA5-4AB3-96A9-69BA4D5D6330}" type="pres">
      <dgm:prSet presAssocID="{B3B1256F-D8B9-4A9F-BC31-6A4C7CBC20E4}" presName="background" presStyleLbl="node0" presStyleIdx="1" presStyleCnt="4"/>
      <dgm:spPr/>
    </dgm:pt>
    <dgm:pt modelId="{F8CE852F-20E5-4CFB-B5A3-CB05D230D27A}" type="pres">
      <dgm:prSet presAssocID="{B3B1256F-D8B9-4A9F-BC31-6A4C7CBC20E4}" presName="text" presStyleLbl="fgAcc0" presStyleIdx="1" presStyleCnt="4">
        <dgm:presLayoutVars>
          <dgm:chPref val="3"/>
        </dgm:presLayoutVars>
      </dgm:prSet>
      <dgm:spPr/>
    </dgm:pt>
    <dgm:pt modelId="{24A1932E-E853-4E79-8A5D-936C1AB16BA0}" type="pres">
      <dgm:prSet presAssocID="{B3B1256F-D8B9-4A9F-BC31-6A4C7CBC20E4}" presName="hierChild2" presStyleCnt="0"/>
      <dgm:spPr/>
    </dgm:pt>
    <dgm:pt modelId="{02AFDDF4-66D0-4ECE-BF57-2E953789A85C}" type="pres">
      <dgm:prSet presAssocID="{9BFFFB5D-1C45-4C03-96E3-42FAAB1A1C02}" presName="hierRoot1" presStyleCnt="0"/>
      <dgm:spPr/>
    </dgm:pt>
    <dgm:pt modelId="{CCBDB165-9E63-4EAB-B440-472862E7157F}" type="pres">
      <dgm:prSet presAssocID="{9BFFFB5D-1C45-4C03-96E3-42FAAB1A1C02}" presName="composite" presStyleCnt="0"/>
      <dgm:spPr/>
    </dgm:pt>
    <dgm:pt modelId="{05E8BEAF-D416-452C-8595-1298E81A1640}" type="pres">
      <dgm:prSet presAssocID="{9BFFFB5D-1C45-4C03-96E3-42FAAB1A1C02}" presName="background" presStyleLbl="node0" presStyleIdx="2" presStyleCnt="4"/>
      <dgm:spPr/>
    </dgm:pt>
    <dgm:pt modelId="{EBBDE7BD-DDCD-4A49-9CA2-DB082EB260F7}" type="pres">
      <dgm:prSet presAssocID="{9BFFFB5D-1C45-4C03-96E3-42FAAB1A1C02}" presName="text" presStyleLbl="fgAcc0" presStyleIdx="2" presStyleCnt="4">
        <dgm:presLayoutVars>
          <dgm:chPref val="3"/>
        </dgm:presLayoutVars>
      </dgm:prSet>
      <dgm:spPr/>
    </dgm:pt>
    <dgm:pt modelId="{E794C1A6-27CC-4EB8-87DA-70527A1EAE2F}" type="pres">
      <dgm:prSet presAssocID="{9BFFFB5D-1C45-4C03-96E3-42FAAB1A1C02}" presName="hierChild2" presStyleCnt="0"/>
      <dgm:spPr/>
    </dgm:pt>
    <dgm:pt modelId="{16993564-84E3-41E7-ADB3-DC6CE98CA9B4}" type="pres">
      <dgm:prSet presAssocID="{C61D060F-4DA9-449D-82F2-CDE0C26F1E23}" presName="hierRoot1" presStyleCnt="0"/>
      <dgm:spPr/>
    </dgm:pt>
    <dgm:pt modelId="{BAF3A9CF-7226-429B-A72F-D9D03649F090}" type="pres">
      <dgm:prSet presAssocID="{C61D060F-4DA9-449D-82F2-CDE0C26F1E23}" presName="composite" presStyleCnt="0"/>
      <dgm:spPr/>
    </dgm:pt>
    <dgm:pt modelId="{DFA0B7CB-5801-40E2-9872-94F84F221B15}" type="pres">
      <dgm:prSet presAssocID="{C61D060F-4DA9-449D-82F2-CDE0C26F1E23}" presName="background" presStyleLbl="node0" presStyleIdx="3" presStyleCnt="4"/>
      <dgm:spPr/>
    </dgm:pt>
    <dgm:pt modelId="{D9AE031B-3278-4946-AE4D-FA670B748CA3}" type="pres">
      <dgm:prSet presAssocID="{C61D060F-4DA9-449D-82F2-CDE0C26F1E23}" presName="text" presStyleLbl="fgAcc0" presStyleIdx="3" presStyleCnt="4">
        <dgm:presLayoutVars>
          <dgm:chPref val="3"/>
        </dgm:presLayoutVars>
      </dgm:prSet>
      <dgm:spPr/>
    </dgm:pt>
    <dgm:pt modelId="{FD5BFD0B-66DC-4EE9-86DA-673A64B37894}" type="pres">
      <dgm:prSet presAssocID="{C61D060F-4DA9-449D-82F2-CDE0C26F1E23}" presName="hierChild2" presStyleCnt="0"/>
      <dgm:spPr/>
    </dgm:pt>
  </dgm:ptLst>
  <dgm:cxnLst>
    <dgm:cxn modelId="{559F1F0E-BA23-4C00-A0F6-A9DCCA58EF75}" srcId="{3E19F532-B471-4E57-BB47-99FF4EAD7E4C}" destId="{9BFFFB5D-1C45-4C03-96E3-42FAAB1A1C02}" srcOrd="2" destOrd="0" parTransId="{65F954B3-F357-4563-A3EC-472D22F04CCD}" sibTransId="{BC25A8F2-241D-466B-8761-81B226B84BF6}"/>
    <dgm:cxn modelId="{030B980F-D104-441F-BEBD-5299EA0F8CA2}" srcId="{3E19F532-B471-4E57-BB47-99FF4EAD7E4C}" destId="{C61D060F-4DA9-449D-82F2-CDE0C26F1E23}" srcOrd="3" destOrd="0" parTransId="{6916F325-8497-439B-A848-DE2D996B073C}" sibTransId="{7541253C-ED9B-4371-A029-8E45686AD2A7}"/>
    <dgm:cxn modelId="{E23B6812-81DE-4FDA-A2CC-4660C40D9C95}" type="presOf" srcId="{D2D0EB61-A70A-4427-B241-751D0C02D475}" destId="{9CB1A713-B9E3-4002-81A6-B0015D4E40D9}" srcOrd="0" destOrd="0" presId="urn:microsoft.com/office/officeart/2005/8/layout/hierarchy1"/>
    <dgm:cxn modelId="{35E2872C-B7EA-47AB-BE2E-52BE6E4D0F99}" srcId="{3E19F532-B471-4E57-BB47-99FF4EAD7E4C}" destId="{D2D0EB61-A70A-4427-B241-751D0C02D475}" srcOrd="0" destOrd="0" parTransId="{539B2A2D-5325-49E3-A5F8-2B0BDE0A488F}" sibTransId="{09F81198-79B0-4AAB-AE21-C2D4E9C743AE}"/>
    <dgm:cxn modelId="{6729D639-6978-47E7-AB2E-7A77C5A170B6}" type="presOf" srcId="{3E19F532-B471-4E57-BB47-99FF4EAD7E4C}" destId="{813B28B3-E491-48E6-B034-D6155CDC5C25}" srcOrd="0" destOrd="0" presId="urn:microsoft.com/office/officeart/2005/8/layout/hierarchy1"/>
    <dgm:cxn modelId="{E6DCC55C-58E7-4CFA-829A-C97A7D9C86C9}" type="presOf" srcId="{9BFFFB5D-1C45-4C03-96E3-42FAAB1A1C02}" destId="{EBBDE7BD-DDCD-4A49-9CA2-DB082EB260F7}" srcOrd="0" destOrd="0" presId="urn:microsoft.com/office/officeart/2005/8/layout/hierarchy1"/>
    <dgm:cxn modelId="{F4C67683-6363-4930-A32C-E6D356D35E16}" type="presOf" srcId="{C61D060F-4DA9-449D-82F2-CDE0C26F1E23}" destId="{D9AE031B-3278-4946-AE4D-FA670B748CA3}" srcOrd="0" destOrd="0" presId="urn:microsoft.com/office/officeart/2005/8/layout/hierarchy1"/>
    <dgm:cxn modelId="{D8C57FAF-2418-4FBC-B977-DD61AE93BBD8}" srcId="{3E19F532-B471-4E57-BB47-99FF4EAD7E4C}" destId="{B3B1256F-D8B9-4A9F-BC31-6A4C7CBC20E4}" srcOrd="1" destOrd="0" parTransId="{559AC2DC-6C0F-4153-B34A-D1439CB653B1}" sibTransId="{424255DB-4904-4BB5-9BFA-FB68B0572BBF}"/>
    <dgm:cxn modelId="{67A8A8D0-73E2-489A-BF23-060E2A2B5BA9}" type="presOf" srcId="{B3B1256F-D8B9-4A9F-BC31-6A4C7CBC20E4}" destId="{F8CE852F-20E5-4CFB-B5A3-CB05D230D27A}" srcOrd="0" destOrd="0" presId="urn:microsoft.com/office/officeart/2005/8/layout/hierarchy1"/>
    <dgm:cxn modelId="{5A45BA1C-236D-4C87-B81A-5429E265DC12}" type="presParOf" srcId="{813B28B3-E491-48E6-B034-D6155CDC5C25}" destId="{06A33617-0BDE-47D3-8822-0E64F9C5B09D}" srcOrd="0" destOrd="0" presId="urn:microsoft.com/office/officeart/2005/8/layout/hierarchy1"/>
    <dgm:cxn modelId="{82752D46-2CE2-415F-ACA9-0DE37C2EEE31}" type="presParOf" srcId="{06A33617-0BDE-47D3-8822-0E64F9C5B09D}" destId="{03C239C5-10F2-476F-8132-946180E002A8}" srcOrd="0" destOrd="0" presId="urn:microsoft.com/office/officeart/2005/8/layout/hierarchy1"/>
    <dgm:cxn modelId="{2A9EAF11-CF20-448D-8A41-DFFC32273BC4}" type="presParOf" srcId="{03C239C5-10F2-476F-8132-946180E002A8}" destId="{C8B3931D-A181-41AE-88C9-4D12384A2B94}" srcOrd="0" destOrd="0" presId="urn:microsoft.com/office/officeart/2005/8/layout/hierarchy1"/>
    <dgm:cxn modelId="{214A536F-D774-4243-9EFE-47E347A5CA69}" type="presParOf" srcId="{03C239C5-10F2-476F-8132-946180E002A8}" destId="{9CB1A713-B9E3-4002-81A6-B0015D4E40D9}" srcOrd="1" destOrd="0" presId="urn:microsoft.com/office/officeart/2005/8/layout/hierarchy1"/>
    <dgm:cxn modelId="{C964D1A9-FACF-4374-88EF-05258095B044}" type="presParOf" srcId="{06A33617-0BDE-47D3-8822-0E64F9C5B09D}" destId="{06B9FD82-789A-4CC6-9B19-25875ED40590}" srcOrd="1" destOrd="0" presId="urn:microsoft.com/office/officeart/2005/8/layout/hierarchy1"/>
    <dgm:cxn modelId="{E0FA6731-D899-4191-A4C8-D3C0AC30DC9F}" type="presParOf" srcId="{813B28B3-E491-48E6-B034-D6155CDC5C25}" destId="{26F538F8-687D-4955-9E0F-02B223AF241D}" srcOrd="1" destOrd="0" presId="urn:microsoft.com/office/officeart/2005/8/layout/hierarchy1"/>
    <dgm:cxn modelId="{8A7551E5-C6FE-49E9-8B18-38645D06EC8D}" type="presParOf" srcId="{26F538F8-687D-4955-9E0F-02B223AF241D}" destId="{F4E48523-BEF4-4523-ABA1-6B6E817E1642}" srcOrd="0" destOrd="0" presId="urn:microsoft.com/office/officeart/2005/8/layout/hierarchy1"/>
    <dgm:cxn modelId="{856110C8-05AE-4CC5-A248-35E768648F31}" type="presParOf" srcId="{F4E48523-BEF4-4523-ABA1-6B6E817E1642}" destId="{FAD314B6-CAA5-4AB3-96A9-69BA4D5D6330}" srcOrd="0" destOrd="0" presId="urn:microsoft.com/office/officeart/2005/8/layout/hierarchy1"/>
    <dgm:cxn modelId="{D38C5F29-D694-4BF3-84AB-22E21922BE72}" type="presParOf" srcId="{F4E48523-BEF4-4523-ABA1-6B6E817E1642}" destId="{F8CE852F-20E5-4CFB-B5A3-CB05D230D27A}" srcOrd="1" destOrd="0" presId="urn:microsoft.com/office/officeart/2005/8/layout/hierarchy1"/>
    <dgm:cxn modelId="{4DE5D796-0839-4D7B-871F-1311F42B71BE}" type="presParOf" srcId="{26F538F8-687D-4955-9E0F-02B223AF241D}" destId="{24A1932E-E853-4E79-8A5D-936C1AB16BA0}" srcOrd="1" destOrd="0" presId="urn:microsoft.com/office/officeart/2005/8/layout/hierarchy1"/>
    <dgm:cxn modelId="{0FFF64CE-E294-4724-A7A9-9351641F839F}" type="presParOf" srcId="{813B28B3-E491-48E6-B034-D6155CDC5C25}" destId="{02AFDDF4-66D0-4ECE-BF57-2E953789A85C}" srcOrd="2" destOrd="0" presId="urn:microsoft.com/office/officeart/2005/8/layout/hierarchy1"/>
    <dgm:cxn modelId="{F178A97A-CEA3-4B28-B458-AF074CD3CA02}" type="presParOf" srcId="{02AFDDF4-66D0-4ECE-BF57-2E953789A85C}" destId="{CCBDB165-9E63-4EAB-B440-472862E7157F}" srcOrd="0" destOrd="0" presId="urn:microsoft.com/office/officeart/2005/8/layout/hierarchy1"/>
    <dgm:cxn modelId="{C75C6280-328F-431A-AA39-A744DE72CEE5}" type="presParOf" srcId="{CCBDB165-9E63-4EAB-B440-472862E7157F}" destId="{05E8BEAF-D416-452C-8595-1298E81A1640}" srcOrd="0" destOrd="0" presId="urn:microsoft.com/office/officeart/2005/8/layout/hierarchy1"/>
    <dgm:cxn modelId="{21B48A3F-5699-4F60-9CAB-98D088B84B15}" type="presParOf" srcId="{CCBDB165-9E63-4EAB-B440-472862E7157F}" destId="{EBBDE7BD-DDCD-4A49-9CA2-DB082EB260F7}" srcOrd="1" destOrd="0" presId="urn:microsoft.com/office/officeart/2005/8/layout/hierarchy1"/>
    <dgm:cxn modelId="{4B1264CD-ABDF-4719-B100-1619D51F13D8}" type="presParOf" srcId="{02AFDDF4-66D0-4ECE-BF57-2E953789A85C}" destId="{E794C1A6-27CC-4EB8-87DA-70527A1EAE2F}" srcOrd="1" destOrd="0" presId="urn:microsoft.com/office/officeart/2005/8/layout/hierarchy1"/>
    <dgm:cxn modelId="{8BBE3DE0-781C-40E4-9473-667EB6276A1E}" type="presParOf" srcId="{813B28B3-E491-48E6-B034-D6155CDC5C25}" destId="{16993564-84E3-41E7-ADB3-DC6CE98CA9B4}" srcOrd="3" destOrd="0" presId="urn:microsoft.com/office/officeart/2005/8/layout/hierarchy1"/>
    <dgm:cxn modelId="{3C913144-CB9A-4946-903B-E3A5D7C5C806}" type="presParOf" srcId="{16993564-84E3-41E7-ADB3-DC6CE98CA9B4}" destId="{BAF3A9CF-7226-429B-A72F-D9D03649F090}" srcOrd="0" destOrd="0" presId="urn:microsoft.com/office/officeart/2005/8/layout/hierarchy1"/>
    <dgm:cxn modelId="{DEE41976-ABAB-422E-BD12-05A48BCA9D77}" type="presParOf" srcId="{BAF3A9CF-7226-429B-A72F-D9D03649F090}" destId="{DFA0B7CB-5801-40E2-9872-94F84F221B15}" srcOrd="0" destOrd="0" presId="urn:microsoft.com/office/officeart/2005/8/layout/hierarchy1"/>
    <dgm:cxn modelId="{2ACEEB57-5CFA-4FFD-9FDB-CD232E2AA085}" type="presParOf" srcId="{BAF3A9CF-7226-429B-A72F-D9D03649F090}" destId="{D9AE031B-3278-4946-AE4D-FA670B748CA3}" srcOrd="1" destOrd="0" presId="urn:microsoft.com/office/officeart/2005/8/layout/hierarchy1"/>
    <dgm:cxn modelId="{56B51CA9-0226-439C-BB5C-D69C02C62EAC}" type="presParOf" srcId="{16993564-84E3-41E7-ADB3-DC6CE98CA9B4}" destId="{FD5BFD0B-66DC-4EE9-86DA-673A64B378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4CDEA0-B8FA-49B4-BEBD-F27B7D8E684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A2C5EB-FB53-48CB-8DF4-7EF8BEAF1C3F}">
      <dgm:prSet/>
      <dgm:spPr/>
      <dgm:t>
        <a:bodyPr/>
        <a:lstStyle/>
        <a:p>
          <a:r>
            <a:rPr lang="ro-RO" b="0" noProof="0" dirty="0"/>
            <a:t>Comparativ cu Microsoft Project</a:t>
          </a:r>
        </a:p>
      </dgm:t>
    </dgm:pt>
    <dgm:pt modelId="{F49FD95D-57EF-425E-9D3D-FEF4F6BA38FA}" type="parTrans" cxnId="{30D100E0-4112-440A-BFF5-47388341FF93}">
      <dgm:prSet/>
      <dgm:spPr/>
      <dgm:t>
        <a:bodyPr/>
        <a:lstStyle/>
        <a:p>
          <a:endParaRPr lang="en-US"/>
        </a:p>
      </dgm:t>
    </dgm:pt>
    <dgm:pt modelId="{3A93014E-E771-4ED3-B344-7C07E24B5038}" type="sibTrans" cxnId="{30D100E0-4112-440A-BFF5-47388341FF93}">
      <dgm:prSet/>
      <dgm:spPr/>
      <dgm:t>
        <a:bodyPr/>
        <a:lstStyle/>
        <a:p>
          <a:endParaRPr lang="en-US"/>
        </a:p>
      </dgm:t>
    </dgm:pt>
    <dgm:pt modelId="{FA756769-1882-407F-9926-9565A3B6B354}">
      <dgm:prSet/>
      <dgm:spPr/>
      <dgm:t>
        <a:bodyPr/>
        <a:lstStyle/>
        <a:p>
          <a:r>
            <a:rPr lang="en-US" dirty="0"/>
            <a:t>Comparativ cu Asana/Trello</a:t>
          </a:r>
        </a:p>
      </dgm:t>
    </dgm:pt>
    <dgm:pt modelId="{94A7D493-BF60-47B7-BC0C-D5A7DFF33DFF}" type="parTrans" cxnId="{0FEE8DA6-2E5C-4320-B067-90C52B1329EE}">
      <dgm:prSet/>
      <dgm:spPr/>
      <dgm:t>
        <a:bodyPr/>
        <a:lstStyle/>
        <a:p>
          <a:endParaRPr lang="en-US"/>
        </a:p>
      </dgm:t>
    </dgm:pt>
    <dgm:pt modelId="{1440B732-F9AD-4CAD-B7CA-3C96F43D4C2C}" type="sibTrans" cxnId="{0FEE8DA6-2E5C-4320-B067-90C52B1329EE}">
      <dgm:prSet/>
      <dgm:spPr/>
      <dgm:t>
        <a:bodyPr/>
        <a:lstStyle/>
        <a:p>
          <a:endParaRPr lang="en-US"/>
        </a:p>
      </dgm:t>
    </dgm:pt>
    <dgm:pt modelId="{F851F098-34DC-417B-9DE5-377BB531A583}">
      <dgm:prSet/>
      <dgm:spPr/>
      <dgm:t>
        <a:bodyPr/>
        <a:lstStyle/>
        <a:p>
          <a:r>
            <a:rPr lang="ro-RO" noProof="0" dirty="0"/>
            <a:t>Avantajul principal</a:t>
          </a:r>
        </a:p>
      </dgm:t>
    </dgm:pt>
    <dgm:pt modelId="{AEE70D47-984F-4785-82AD-D844BC17C013}" type="parTrans" cxnId="{B6C6CC64-04A2-4444-874A-7CD82CEDFAB9}">
      <dgm:prSet/>
      <dgm:spPr/>
      <dgm:t>
        <a:bodyPr/>
        <a:lstStyle/>
        <a:p>
          <a:endParaRPr lang="en-US"/>
        </a:p>
      </dgm:t>
    </dgm:pt>
    <dgm:pt modelId="{C1593F1D-B780-4071-9068-EFEF6029C054}" type="sibTrans" cxnId="{B6C6CC64-04A2-4444-874A-7CD82CEDFAB9}">
      <dgm:prSet/>
      <dgm:spPr/>
      <dgm:t>
        <a:bodyPr/>
        <a:lstStyle/>
        <a:p>
          <a:endParaRPr lang="en-US"/>
        </a:p>
      </dgm:t>
    </dgm:pt>
    <dgm:pt modelId="{0E9B678A-6E46-4D44-8279-8C6F97B3C097}" type="pres">
      <dgm:prSet presAssocID="{304CDEA0-B8FA-49B4-BEBD-F27B7D8E6847}" presName="outerComposite" presStyleCnt="0">
        <dgm:presLayoutVars>
          <dgm:chMax val="5"/>
          <dgm:dir/>
          <dgm:resizeHandles val="exact"/>
        </dgm:presLayoutVars>
      </dgm:prSet>
      <dgm:spPr/>
    </dgm:pt>
    <dgm:pt modelId="{26D5230C-4979-4130-A775-B22921ACBC8C}" type="pres">
      <dgm:prSet presAssocID="{304CDEA0-B8FA-49B4-BEBD-F27B7D8E6847}" presName="dummyMaxCanvas" presStyleCnt="0">
        <dgm:presLayoutVars/>
      </dgm:prSet>
      <dgm:spPr/>
    </dgm:pt>
    <dgm:pt modelId="{BE196655-A467-47E0-B500-7E646F24A9D3}" type="pres">
      <dgm:prSet presAssocID="{304CDEA0-B8FA-49B4-BEBD-F27B7D8E6847}" presName="ThreeNodes_1" presStyleLbl="node1" presStyleIdx="0" presStyleCnt="3">
        <dgm:presLayoutVars>
          <dgm:bulletEnabled val="1"/>
        </dgm:presLayoutVars>
      </dgm:prSet>
      <dgm:spPr/>
    </dgm:pt>
    <dgm:pt modelId="{60327AF6-EA75-4257-B5C4-6E17070C8CFC}" type="pres">
      <dgm:prSet presAssocID="{304CDEA0-B8FA-49B4-BEBD-F27B7D8E6847}" presName="ThreeNodes_2" presStyleLbl="node1" presStyleIdx="1" presStyleCnt="3">
        <dgm:presLayoutVars>
          <dgm:bulletEnabled val="1"/>
        </dgm:presLayoutVars>
      </dgm:prSet>
      <dgm:spPr/>
    </dgm:pt>
    <dgm:pt modelId="{2FC15E6A-0839-4358-A4C3-C66C34987FFB}" type="pres">
      <dgm:prSet presAssocID="{304CDEA0-B8FA-49B4-BEBD-F27B7D8E6847}" presName="ThreeNodes_3" presStyleLbl="node1" presStyleIdx="2" presStyleCnt="3">
        <dgm:presLayoutVars>
          <dgm:bulletEnabled val="1"/>
        </dgm:presLayoutVars>
      </dgm:prSet>
      <dgm:spPr/>
    </dgm:pt>
    <dgm:pt modelId="{F6E9BCF6-447C-420A-B42D-B7AF5667F580}" type="pres">
      <dgm:prSet presAssocID="{304CDEA0-B8FA-49B4-BEBD-F27B7D8E6847}" presName="ThreeConn_1-2" presStyleLbl="fgAccFollowNode1" presStyleIdx="0" presStyleCnt="2">
        <dgm:presLayoutVars>
          <dgm:bulletEnabled val="1"/>
        </dgm:presLayoutVars>
      </dgm:prSet>
      <dgm:spPr/>
    </dgm:pt>
    <dgm:pt modelId="{CEF515CA-BB06-444D-A9E2-7801951E2122}" type="pres">
      <dgm:prSet presAssocID="{304CDEA0-B8FA-49B4-BEBD-F27B7D8E6847}" presName="ThreeConn_2-3" presStyleLbl="fgAccFollowNode1" presStyleIdx="1" presStyleCnt="2">
        <dgm:presLayoutVars>
          <dgm:bulletEnabled val="1"/>
        </dgm:presLayoutVars>
      </dgm:prSet>
      <dgm:spPr/>
    </dgm:pt>
    <dgm:pt modelId="{4DAB160A-D43A-4ABD-ABF6-77C15CB6BA3E}" type="pres">
      <dgm:prSet presAssocID="{304CDEA0-B8FA-49B4-BEBD-F27B7D8E6847}" presName="ThreeNodes_1_text" presStyleLbl="node1" presStyleIdx="2" presStyleCnt="3">
        <dgm:presLayoutVars>
          <dgm:bulletEnabled val="1"/>
        </dgm:presLayoutVars>
      </dgm:prSet>
      <dgm:spPr/>
    </dgm:pt>
    <dgm:pt modelId="{B556C6D3-C804-4B9F-9692-D092D241966B}" type="pres">
      <dgm:prSet presAssocID="{304CDEA0-B8FA-49B4-BEBD-F27B7D8E6847}" presName="ThreeNodes_2_text" presStyleLbl="node1" presStyleIdx="2" presStyleCnt="3">
        <dgm:presLayoutVars>
          <dgm:bulletEnabled val="1"/>
        </dgm:presLayoutVars>
      </dgm:prSet>
      <dgm:spPr/>
    </dgm:pt>
    <dgm:pt modelId="{C33C3BAE-7887-49ED-8DA1-9FC690890824}" type="pres">
      <dgm:prSet presAssocID="{304CDEA0-B8FA-49B4-BEBD-F27B7D8E684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304A91D-7810-4071-A09A-098BE0E31129}" type="presOf" srcId="{3A93014E-E771-4ED3-B344-7C07E24B5038}" destId="{F6E9BCF6-447C-420A-B42D-B7AF5667F580}" srcOrd="0" destOrd="0" presId="urn:microsoft.com/office/officeart/2005/8/layout/vProcess5"/>
    <dgm:cxn modelId="{D90E5724-5544-468D-A9BF-2441769BC22D}" type="presOf" srcId="{96A2C5EB-FB53-48CB-8DF4-7EF8BEAF1C3F}" destId="{4DAB160A-D43A-4ABD-ABF6-77C15CB6BA3E}" srcOrd="1" destOrd="0" presId="urn:microsoft.com/office/officeart/2005/8/layout/vProcess5"/>
    <dgm:cxn modelId="{9A0AA929-A343-4FCC-AF69-AE9117522839}" type="presOf" srcId="{1440B732-F9AD-4CAD-B7CA-3C96F43D4C2C}" destId="{CEF515CA-BB06-444D-A9E2-7801951E2122}" srcOrd="0" destOrd="0" presId="urn:microsoft.com/office/officeart/2005/8/layout/vProcess5"/>
    <dgm:cxn modelId="{E3602B5F-C885-4B2D-BF3D-829C35CCD6F8}" type="presOf" srcId="{F851F098-34DC-417B-9DE5-377BB531A583}" destId="{2FC15E6A-0839-4358-A4C3-C66C34987FFB}" srcOrd="0" destOrd="0" presId="urn:microsoft.com/office/officeart/2005/8/layout/vProcess5"/>
    <dgm:cxn modelId="{B6C6CC64-04A2-4444-874A-7CD82CEDFAB9}" srcId="{304CDEA0-B8FA-49B4-BEBD-F27B7D8E6847}" destId="{F851F098-34DC-417B-9DE5-377BB531A583}" srcOrd="2" destOrd="0" parTransId="{AEE70D47-984F-4785-82AD-D844BC17C013}" sibTransId="{C1593F1D-B780-4071-9068-EFEF6029C054}"/>
    <dgm:cxn modelId="{C09B506D-CE32-43E8-8096-B06AE27F62B1}" type="presOf" srcId="{F851F098-34DC-417B-9DE5-377BB531A583}" destId="{C33C3BAE-7887-49ED-8DA1-9FC690890824}" srcOrd="1" destOrd="0" presId="urn:microsoft.com/office/officeart/2005/8/layout/vProcess5"/>
    <dgm:cxn modelId="{0DC6857F-9847-4871-BC81-6B8D4122E203}" type="presOf" srcId="{304CDEA0-B8FA-49B4-BEBD-F27B7D8E6847}" destId="{0E9B678A-6E46-4D44-8279-8C6F97B3C097}" srcOrd="0" destOrd="0" presId="urn:microsoft.com/office/officeart/2005/8/layout/vProcess5"/>
    <dgm:cxn modelId="{0FEE8DA6-2E5C-4320-B067-90C52B1329EE}" srcId="{304CDEA0-B8FA-49B4-BEBD-F27B7D8E6847}" destId="{FA756769-1882-407F-9926-9565A3B6B354}" srcOrd="1" destOrd="0" parTransId="{94A7D493-BF60-47B7-BC0C-D5A7DFF33DFF}" sibTransId="{1440B732-F9AD-4CAD-B7CA-3C96F43D4C2C}"/>
    <dgm:cxn modelId="{3AC66BB8-6712-42CD-B591-DC2A8C0E109B}" type="presOf" srcId="{96A2C5EB-FB53-48CB-8DF4-7EF8BEAF1C3F}" destId="{BE196655-A467-47E0-B500-7E646F24A9D3}" srcOrd="0" destOrd="0" presId="urn:microsoft.com/office/officeart/2005/8/layout/vProcess5"/>
    <dgm:cxn modelId="{6C0028BC-F01D-4E16-A2A8-A974C87C7009}" type="presOf" srcId="{FA756769-1882-407F-9926-9565A3B6B354}" destId="{B556C6D3-C804-4B9F-9692-D092D241966B}" srcOrd="1" destOrd="0" presId="urn:microsoft.com/office/officeart/2005/8/layout/vProcess5"/>
    <dgm:cxn modelId="{8C38B0D4-4218-4175-BEA6-525EEF86E9A3}" type="presOf" srcId="{FA756769-1882-407F-9926-9565A3B6B354}" destId="{60327AF6-EA75-4257-B5C4-6E17070C8CFC}" srcOrd="0" destOrd="0" presId="urn:microsoft.com/office/officeart/2005/8/layout/vProcess5"/>
    <dgm:cxn modelId="{30D100E0-4112-440A-BFF5-47388341FF93}" srcId="{304CDEA0-B8FA-49B4-BEBD-F27B7D8E6847}" destId="{96A2C5EB-FB53-48CB-8DF4-7EF8BEAF1C3F}" srcOrd="0" destOrd="0" parTransId="{F49FD95D-57EF-425E-9D3D-FEF4F6BA38FA}" sibTransId="{3A93014E-E771-4ED3-B344-7C07E24B5038}"/>
    <dgm:cxn modelId="{20DB7AB3-C5AF-46D7-8811-BD8B98A97AAD}" type="presParOf" srcId="{0E9B678A-6E46-4D44-8279-8C6F97B3C097}" destId="{26D5230C-4979-4130-A775-B22921ACBC8C}" srcOrd="0" destOrd="0" presId="urn:microsoft.com/office/officeart/2005/8/layout/vProcess5"/>
    <dgm:cxn modelId="{871C8E97-D760-4EA5-AE4D-B91F55EB2714}" type="presParOf" srcId="{0E9B678A-6E46-4D44-8279-8C6F97B3C097}" destId="{BE196655-A467-47E0-B500-7E646F24A9D3}" srcOrd="1" destOrd="0" presId="urn:microsoft.com/office/officeart/2005/8/layout/vProcess5"/>
    <dgm:cxn modelId="{1E969751-60DA-4027-9AFC-00B8A837578D}" type="presParOf" srcId="{0E9B678A-6E46-4D44-8279-8C6F97B3C097}" destId="{60327AF6-EA75-4257-B5C4-6E17070C8CFC}" srcOrd="2" destOrd="0" presId="urn:microsoft.com/office/officeart/2005/8/layout/vProcess5"/>
    <dgm:cxn modelId="{7F995F57-D6DD-4104-9D93-F1B3CACFA8DD}" type="presParOf" srcId="{0E9B678A-6E46-4D44-8279-8C6F97B3C097}" destId="{2FC15E6A-0839-4358-A4C3-C66C34987FFB}" srcOrd="3" destOrd="0" presId="urn:microsoft.com/office/officeart/2005/8/layout/vProcess5"/>
    <dgm:cxn modelId="{2F321253-6EB1-4F23-8533-27C384E913A8}" type="presParOf" srcId="{0E9B678A-6E46-4D44-8279-8C6F97B3C097}" destId="{F6E9BCF6-447C-420A-B42D-B7AF5667F580}" srcOrd="4" destOrd="0" presId="urn:microsoft.com/office/officeart/2005/8/layout/vProcess5"/>
    <dgm:cxn modelId="{7CDEF592-B532-4C44-8563-329FF3A0914B}" type="presParOf" srcId="{0E9B678A-6E46-4D44-8279-8C6F97B3C097}" destId="{CEF515CA-BB06-444D-A9E2-7801951E2122}" srcOrd="5" destOrd="0" presId="urn:microsoft.com/office/officeart/2005/8/layout/vProcess5"/>
    <dgm:cxn modelId="{C0BD6761-3A8D-42FD-A489-3CCA9D54168A}" type="presParOf" srcId="{0E9B678A-6E46-4D44-8279-8C6F97B3C097}" destId="{4DAB160A-D43A-4ABD-ABF6-77C15CB6BA3E}" srcOrd="6" destOrd="0" presId="urn:microsoft.com/office/officeart/2005/8/layout/vProcess5"/>
    <dgm:cxn modelId="{706BF21C-096B-44E9-A820-472456CD1E63}" type="presParOf" srcId="{0E9B678A-6E46-4D44-8279-8C6F97B3C097}" destId="{B556C6D3-C804-4B9F-9692-D092D241966B}" srcOrd="7" destOrd="0" presId="urn:microsoft.com/office/officeart/2005/8/layout/vProcess5"/>
    <dgm:cxn modelId="{A46A1163-F1BC-4184-813C-BC682B2D192F}" type="presParOf" srcId="{0E9B678A-6E46-4D44-8279-8C6F97B3C097}" destId="{C33C3BAE-7887-49ED-8DA1-9FC69089082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866285-23AC-46CB-9EED-9865E47CC859}" type="doc">
      <dgm:prSet loTypeId="urn:microsoft.com/office/officeart/2005/8/layout/process4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9B3E03C-18C2-4711-871A-BAC277F8FD26}">
      <dgm:prSet/>
      <dgm:spPr/>
      <dgm:t>
        <a:bodyPr/>
        <a:lstStyle/>
        <a:p>
          <a:r>
            <a:rPr lang="ro-RO" noProof="0" dirty="0"/>
            <a:t>Ganttic este un tool puternic și ușor de utilizat care ajută echipele să gestioneze eficient proiectele și resursele. Este ideal pentru organizații care doresc să îmbunătățească colaborarea și productivitatea.</a:t>
          </a:r>
        </a:p>
      </dgm:t>
    </dgm:pt>
    <dgm:pt modelId="{B37CE928-64FC-4495-BF74-D4A5D666B0BD}" type="parTrans" cxnId="{FFB2D1D7-3563-4570-B418-3B6DE36193B3}">
      <dgm:prSet/>
      <dgm:spPr/>
      <dgm:t>
        <a:bodyPr/>
        <a:lstStyle/>
        <a:p>
          <a:endParaRPr lang="en-US"/>
        </a:p>
      </dgm:t>
    </dgm:pt>
    <dgm:pt modelId="{629DEE20-F981-45D2-9594-A0A5529D6E82}" type="sibTrans" cxnId="{FFB2D1D7-3563-4570-B418-3B6DE36193B3}">
      <dgm:prSet/>
      <dgm:spPr/>
      <dgm:t>
        <a:bodyPr/>
        <a:lstStyle/>
        <a:p>
          <a:endParaRPr lang="en-US"/>
        </a:p>
      </dgm:t>
    </dgm:pt>
    <dgm:pt modelId="{093B4802-7C4E-415C-9F92-C7F54CBA46A2}" type="pres">
      <dgm:prSet presAssocID="{C7866285-23AC-46CB-9EED-9865E47CC859}" presName="Name0" presStyleCnt="0">
        <dgm:presLayoutVars>
          <dgm:dir/>
          <dgm:animLvl val="lvl"/>
          <dgm:resizeHandles val="exact"/>
        </dgm:presLayoutVars>
      </dgm:prSet>
      <dgm:spPr/>
    </dgm:pt>
    <dgm:pt modelId="{249C392D-26E7-4F66-A348-A3323A479E1C}" type="pres">
      <dgm:prSet presAssocID="{A9B3E03C-18C2-4711-871A-BAC277F8FD26}" presName="boxAndChildren" presStyleCnt="0"/>
      <dgm:spPr/>
    </dgm:pt>
    <dgm:pt modelId="{864D5CCC-2D93-4B1A-8084-054B35CB9281}" type="pres">
      <dgm:prSet presAssocID="{A9B3E03C-18C2-4711-871A-BAC277F8FD26}" presName="parentTextBox" presStyleLbl="node1" presStyleIdx="0" presStyleCnt="1"/>
      <dgm:spPr/>
    </dgm:pt>
  </dgm:ptLst>
  <dgm:cxnLst>
    <dgm:cxn modelId="{8E7D5106-32BC-49C4-A50B-F4D1E4F72322}" type="presOf" srcId="{C7866285-23AC-46CB-9EED-9865E47CC859}" destId="{093B4802-7C4E-415C-9F92-C7F54CBA46A2}" srcOrd="0" destOrd="0" presId="urn:microsoft.com/office/officeart/2005/8/layout/process4"/>
    <dgm:cxn modelId="{FFB2D1D7-3563-4570-B418-3B6DE36193B3}" srcId="{C7866285-23AC-46CB-9EED-9865E47CC859}" destId="{A9B3E03C-18C2-4711-871A-BAC277F8FD26}" srcOrd="0" destOrd="0" parTransId="{B37CE928-64FC-4495-BF74-D4A5D666B0BD}" sibTransId="{629DEE20-F981-45D2-9594-A0A5529D6E82}"/>
    <dgm:cxn modelId="{49F2C2EF-3AB8-4FAF-BE4D-C5FC79732210}" type="presOf" srcId="{A9B3E03C-18C2-4711-871A-BAC277F8FD26}" destId="{864D5CCC-2D93-4B1A-8084-054B35CB9281}" srcOrd="0" destOrd="0" presId="urn:microsoft.com/office/officeart/2005/8/layout/process4"/>
    <dgm:cxn modelId="{838D212F-76B6-41F0-B5F1-ABB491F59680}" type="presParOf" srcId="{093B4802-7C4E-415C-9F92-C7F54CBA46A2}" destId="{249C392D-26E7-4F66-A348-A3323A479E1C}" srcOrd="0" destOrd="0" presId="urn:microsoft.com/office/officeart/2005/8/layout/process4"/>
    <dgm:cxn modelId="{93D4CE2D-FD14-43A2-B182-0E5394307569}" type="presParOf" srcId="{249C392D-26E7-4F66-A348-A3323A479E1C}" destId="{864D5CCC-2D93-4B1A-8084-054B35CB928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9993D-8D4C-466F-ACE5-2662073D899F}">
      <dsp:nvSpPr>
        <dsp:cNvPr id="0" name=""/>
        <dsp:cNvSpPr/>
      </dsp:nvSpPr>
      <dsp:spPr>
        <a:xfrm>
          <a:off x="0" y="0"/>
          <a:ext cx="4237538" cy="1156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Ganttic</a:t>
          </a:r>
          <a:r>
            <a:rPr lang="en-US" sz="1200" kern="1200" dirty="0"/>
            <a:t> </a:t>
          </a:r>
          <a:r>
            <a:rPr lang="en-US" sz="1200" kern="1200" dirty="0" err="1"/>
            <a:t>este</a:t>
          </a:r>
          <a:r>
            <a:rPr lang="en-US" sz="1200" kern="1200" dirty="0"/>
            <a:t> un tool de management al </a:t>
          </a:r>
          <a:r>
            <a:rPr lang="en-US" sz="1200" kern="1200" dirty="0" err="1"/>
            <a:t>proiectelor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resurselor</a:t>
          </a:r>
          <a:r>
            <a:rPr lang="en-US" sz="1200" kern="1200" dirty="0"/>
            <a:t> </a:t>
          </a:r>
          <a:r>
            <a:rPr lang="en-US" sz="1200" kern="1200" dirty="0" err="1"/>
            <a:t>bazat</a:t>
          </a:r>
          <a:r>
            <a:rPr lang="en-US" sz="1200" kern="1200" dirty="0"/>
            <a:t> pe </a:t>
          </a:r>
          <a:r>
            <a:rPr lang="en-US" sz="1200" kern="1200" dirty="0" err="1"/>
            <a:t>grafice</a:t>
          </a:r>
          <a:r>
            <a:rPr lang="en-US" sz="1200" kern="1200" dirty="0"/>
            <a:t> de tip Gantt. </a:t>
          </a:r>
          <a:r>
            <a:rPr lang="en-US" sz="1200" kern="1200" dirty="0" err="1"/>
            <a:t>Permite</a:t>
          </a:r>
          <a:r>
            <a:rPr lang="en-US" sz="1200" kern="1200" dirty="0"/>
            <a:t> </a:t>
          </a:r>
          <a:r>
            <a:rPr lang="en-US" sz="1200" kern="1200" dirty="0" err="1"/>
            <a:t>utilizatorilor</a:t>
          </a:r>
          <a:r>
            <a:rPr lang="en-US" sz="1200" kern="1200" dirty="0"/>
            <a:t> </a:t>
          </a:r>
          <a:r>
            <a:rPr lang="en-US" sz="1200" kern="1200" dirty="0" err="1"/>
            <a:t>să</a:t>
          </a:r>
          <a:r>
            <a:rPr lang="en-US" sz="1200" kern="1200" dirty="0"/>
            <a:t> </a:t>
          </a:r>
          <a:r>
            <a:rPr lang="en-US" sz="1200" kern="1200" dirty="0" err="1"/>
            <a:t>planifice</a:t>
          </a:r>
          <a:r>
            <a:rPr lang="en-US" sz="1200" kern="1200" dirty="0"/>
            <a:t>, </a:t>
          </a:r>
          <a:r>
            <a:rPr lang="en-US" sz="1200" kern="1200" dirty="0" err="1"/>
            <a:t>să</a:t>
          </a:r>
          <a:r>
            <a:rPr lang="en-US" sz="1200" kern="1200" dirty="0"/>
            <a:t> </a:t>
          </a:r>
          <a:r>
            <a:rPr lang="en-US" sz="1200" kern="1200" dirty="0" err="1"/>
            <a:t>urmărească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să</a:t>
          </a:r>
          <a:r>
            <a:rPr lang="en-US" sz="1200" kern="1200" dirty="0"/>
            <a:t> </a:t>
          </a:r>
          <a:r>
            <a:rPr lang="en-US" sz="1200" kern="1200" dirty="0" err="1"/>
            <a:t>optimizeze</a:t>
          </a:r>
          <a:r>
            <a:rPr lang="en-US" sz="1200" kern="1200" dirty="0"/>
            <a:t> </a:t>
          </a:r>
          <a:r>
            <a:rPr lang="en-US" sz="1200" kern="1200" dirty="0" err="1"/>
            <a:t>alocarea</a:t>
          </a:r>
          <a:r>
            <a:rPr lang="en-US" sz="1200" kern="1200" dirty="0"/>
            <a:t> </a:t>
          </a:r>
          <a:r>
            <a:rPr lang="en-US" sz="1200" kern="1200" dirty="0" err="1"/>
            <a:t>resurselor</a:t>
          </a:r>
          <a:r>
            <a:rPr lang="en-US" sz="1200" kern="1200" dirty="0"/>
            <a:t> </a:t>
          </a:r>
          <a:r>
            <a:rPr lang="en-US" sz="1200" kern="1200" dirty="0" err="1"/>
            <a:t>într</a:t>
          </a:r>
          <a:r>
            <a:rPr lang="en-US" sz="1200" kern="1200" dirty="0"/>
            <a:t>-un mod </a:t>
          </a:r>
          <a:r>
            <a:rPr lang="en-US" sz="1200" kern="1200" dirty="0" err="1"/>
            <a:t>vizual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intuitiv</a:t>
          </a:r>
          <a:r>
            <a:rPr lang="en-US" sz="1200" kern="1200" dirty="0"/>
            <a:t>.</a:t>
          </a:r>
        </a:p>
      </dsp:txBody>
      <dsp:txXfrm>
        <a:off x="33861" y="33861"/>
        <a:ext cx="3042608" cy="1088388"/>
      </dsp:txXfrm>
    </dsp:sp>
    <dsp:sp modelId="{57CF9067-00C8-49A8-8479-AAEA587735F7}">
      <dsp:nvSpPr>
        <dsp:cNvPr id="0" name=""/>
        <dsp:cNvSpPr/>
      </dsp:nvSpPr>
      <dsp:spPr>
        <a:xfrm>
          <a:off x="747800" y="1413023"/>
          <a:ext cx="4237538" cy="1156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Ganttic</a:t>
          </a:r>
          <a:r>
            <a:rPr lang="en-US" sz="1200" kern="1200" dirty="0"/>
            <a:t> </a:t>
          </a:r>
          <a:r>
            <a:rPr lang="en-US" sz="1200" kern="1200" dirty="0" err="1"/>
            <a:t>ajută</a:t>
          </a:r>
          <a:r>
            <a:rPr lang="en-US" sz="1200" kern="1200" dirty="0"/>
            <a:t> </a:t>
          </a:r>
          <a:r>
            <a:rPr lang="en-US" sz="1200" kern="1200" dirty="0" err="1"/>
            <a:t>echipele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managerii</a:t>
          </a:r>
          <a:r>
            <a:rPr lang="en-US" sz="1200" kern="1200" dirty="0"/>
            <a:t> </a:t>
          </a:r>
          <a:r>
            <a:rPr lang="en-US" sz="1200" kern="1200" dirty="0" err="1"/>
            <a:t>să</a:t>
          </a:r>
          <a:r>
            <a:rPr lang="en-US" sz="1200" kern="1200" dirty="0"/>
            <a:t> </a:t>
          </a:r>
          <a:r>
            <a:rPr lang="en-US" sz="1200" kern="1200" dirty="0" err="1"/>
            <a:t>își</a:t>
          </a:r>
          <a:r>
            <a:rPr lang="en-US" sz="1200" kern="1200" dirty="0"/>
            <a:t> </a:t>
          </a:r>
          <a:r>
            <a:rPr lang="en-US" sz="1200" kern="1200" dirty="0" err="1"/>
            <a:t>gestioneze</a:t>
          </a:r>
          <a:r>
            <a:rPr lang="en-US" sz="1200" kern="1200" dirty="0"/>
            <a:t> </a:t>
          </a:r>
          <a:r>
            <a:rPr lang="en-US" sz="1200" kern="1200" dirty="0" err="1"/>
            <a:t>eficient</a:t>
          </a:r>
          <a:r>
            <a:rPr lang="en-US" sz="1200" kern="1200" dirty="0"/>
            <a:t> </a:t>
          </a:r>
          <a:r>
            <a:rPr lang="en-US" sz="1200" kern="1200" dirty="0" err="1"/>
            <a:t>timpul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resursele</a:t>
          </a:r>
          <a:r>
            <a:rPr lang="en-US" sz="1200" kern="1200" dirty="0"/>
            <a:t>, </a:t>
          </a:r>
          <a:r>
            <a:rPr lang="en-US" sz="1200" kern="1200" dirty="0" err="1"/>
            <a:t>pentru</a:t>
          </a:r>
          <a:r>
            <a:rPr lang="en-US" sz="1200" kern="1200" dirty="0"/>
            <a:t> a </a:t>
          </a:r>
          <a:r>
            <a:rPr lang="en-US" sz="1200" kern="1200" dirty="0" err="1"/>
            <a:t>asigura</a:t>
          </a:r>
          <a:r>
            <a:rPr lang="en-US" sz="1200" kern="1200" dirty="0"/>
            <a:t> </a:t>
          </a:r>
          <a:r>
            <a:rPr lang="en-US" sz="1200" kern="1200" dirty="0" err="1"/>
            <a:t>progresul</a:t>
          </a:r>
          <a:r>
            <a:rPr lang="en-US" sz="1200" kern="1200" dirty="0"/>
            <a:t> constant al </a:t>
          </a:r>
          <a:r>
            <a:rPr lang="en-US" sz="1200" kern="1200" dirty="0" err="1"/>
            <a:t>proiectelor</a:t>
          </a:r>
          <a:r>
            <a:rPr lang="en-US" sz="1200" kern="1200" dirty="0"/>
            <a:t> </a:t>
          </a:r>
          <a:r>
            <a:rPr lang="en-US" sz="1200" kern="1200" dirty="0" err="1"/>
            <a:t>și</a:t>
          </a:r>
          <a:r>
            <a:rPr lang="en-US" sz="1200" kern="1200" dirty="0"/>
            <a:t> </a:t>
          </a:r>
          <a:r>
            <a:rPr lang="en-US" sz="1200" kern="1200" dirty="0" err="1"/>
            <a:t>evitarea</a:t>
          </a:r>
          <a:r>
            <a:rPr lang="en-US" sz="1200" kern="1200" dirty="0"/>
            <a:t> </a:t>
          </a:r>
          <a:r>
            <a:rPr lang="en-US" sz="1200" kern="1200" dirty="0" err="1"/>
            <a:t>supraîncărcării</a:t>
          </a:r>
          <a:r>
            <a:rPr lang="en-US" sz="1200" kern="1200" dirty="0"/>
            <a:t> </a:t>
          </a:r>
          <a:r>
            <a:rPr lang="en-US" sz="1200" kern="1200" dirty="0" err="1"/>
            <a:t>sau</a:t>
          </a:r>
          <a:r>
            <a:rPr lang="en-US" sz="1200" kern="1200" dirty="0"/>
            <a:t> </a:t>
          </a:r>
          <a:r>
            <a:rPr lang="en-US" sz="1200" kern="1200" dirty="0" err="1"/>
            <a:t>ineficienței</a:t>
          </a:r>
          <a:r>
            <a:rPr lang="en-US" sz="1200" kern="1200" dirty="0"/>
            <a:t>.</a:t>
          </a:r>
        </a:p>
      </dsp:txBody>
      <dsp:txXfrm>
        <a:off x="781661" y="1446884"/>
        <a:ext cx="2670543" cy="1088388"/>
      </dsp:txXfrm>
    </dsp:sp>
    <dsp:sp modelId="{B7B76598-73E1-43EE-A210-2DA68AB32E19}">
      <dsp:nvSpPr>
        <dsp:cNvPr id="0" name=""/>
        <dsp:cNvSpPr/>
      </dsp:nvSpPr>
      <dsp:spPr>
        <a:xfrm>
          <a:off x="3486066" y="908831"/>
          <a:ext cx="751471" cy="751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3655147" y="908831"/>
        <a:ext cx="413309" cy="565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A7AD9-35ED-495C-BD61-2BD1F046D4B8}">
      <dsp:nvSpPr>
        <dsp:cNvPr id="0" name=""/>
        <dsp:cNvSpPr/>
      </dsp:nvSpPr>
      <dsp:spPr>
        <a:xfrm>
          <a:off x="1863912" y="814"/>
          <a:ext cx="2096902" cy="39180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Timeline </a:t>
          </a:r>
          <a:r>
            <a:rPr lang="en-US" sz="1400" kern="1200" dirty="0" err="1"/>
            <a:t>interactiv</a:t>
          </a:r>
          <a:endParaRPr lang="en-US" sz="1400" kern="1200" dirty="0"/>
        </a:p>
      </dsp:txBody>
      <dsp:txXfrm>
        <a:off x="1883038" y="19940"/>
        <a:ext cx="2058650" cy="353555"/>
      </dsp:txXfrm>
    </dsp:sp>
    <dsp:sp modelId="{BA522895-2F67-4CFE-9BEB-417305582D2E}">
      <dsp:nvSpPr>
        <dsp:cNvPr id="0" name=""/>
        <dsp:cNvSpPr/>
      </dsp:nvSpPr>
      <dsp:spPr>
        <a:xfrm>
          <a:off x="1863912" y="412212"/>
          <a:ext cx="2096902" cy="391807"/>
        </a:xfrm>
        <a:prstGeom prst="roundRect">
          <a:avLst/>
        </a:prstGeom>
        <a:gradFill rotWithShape="0">
          <a:gsLst>
            <a:gs pos="0">
              <a:schemeClr val="accent2">
                <a:hueOff val="-504032"/>
                <a:satOff val="-1280"/>
                <a:lumOff val="-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04032"/>
                <a:satOff val="-1280"/>
                <a:lumOff val="-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04032"/>
                <a:satOff val="-1280"/>
                <a:lumOff val="-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Dashboard </a:t>
          </a:r>
          <a:r>
            <a:rPr lang="en-US" sz="1400" kern="1200" dirty="0" err="1"/>
            <a:t>personalizat</a:t>
          </a:r>
          <a:endParaRPr lang="en-US" sz="1400" kern="1200" dirty="0"/>
        </a:p>
      </dsp:txBody>
      <dsp:txXfrm>
        <a:off x="1883038" y="431338"/>
        <a:ext cx="2058650" cy="353555"/>
      </dsp:txXfrm>
    </dsp:sp>
    <dsp:sp modelId="{EC9F3755-96F1-4ED3-9448-406D86C06B99}">
      <dsp:nvSpPr>
        <dsp:cNvPr id="0" name=""/>
        <dsp:cNvSpPr/>
      </dsp:nvSpPr>
      <dsp:spPr>
        <a:xfrm>
          <a:off x="1863912" y="823611"/>
          <a:ext cx="2096902" cy="391807"/>
        </a:xfrm>
        <a:prstGeom prst="roundRect">
          <a:avLst/>
        </a:prstGeom>
        <a:gradFill rotWithShape="0">
          <a:gsLst>
            <a:gs pos="0">
              <a:schemeClr val="accent2">
                <a:hueOff val="-1008063"/>
                <a:satOff val="-2559"/>
                <a:lumOff val="-35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08063"/>
                <a:satOff val="-2559"/>
                <a:lumOff val="-35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08063"/>
                <a:satOff val="-2559"/>
                <a:lumOff val="-35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/>
            <a:t>Vizualizări</a:t>
          </a:r>
          <a:r>
            <a:rPr lang="en-US" sz="1400" b="1" i="0" kern="1200" baseline="0" dirty="0"/>
            <a:t> multiple</a:t>
          </a:r>
          <a:endParaRPr lang="en-US" sz="1400" kern="1200" dirty="0"/>
        </a:p>
      </dsp:txBody>
      <dsp:txXfrm>
        <a:off x="1883038" y="842737"/>
        <a:ext cx="2058650" cy="353555"/>
      </dsp:txXfrm>
    </dsp:sp>
    <dsp:sp modelId="{38628C2B-5CA2-43AB-A03C-8CF78B460D97}">
      <dsp:nvSpPr>
        <dsp:cNvPr id="0" name=""/>
        <dsp:cNvSpPr/>
      </dsp:nvSpPr>
      <dsp:spPr>
        <a:xfrm>
          <a:off x="1863912" y="1235009"/>
          <a:ext cx="2096902" cy="391807"/>
        </a:xfrm>
        <a:prstGeom prst="roundRect">
          <a:avLst/>
        </a:prstGeom>
        <a:gradFill rotWithShape="0">
          <a:gsLst>
            <a:gs pos="0">
              <a:schemeClr val="accent2">
                <a:hueOff val="-1512095"/>
                <a:satOff val="-3839"/>
                <a:lumOff val="-52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512095"/>
                <a:satOff val="-3839"/>
                <a:lumOff val="-52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512095"/>
                <a:satOff val="-3839"/>
                <a:lumOff val="-52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Funcții</a:t>
          </a:r>
          <a:r>
            <a:rPr lang="en-US" sz="1400" kern="1200" dirty="0"/>
            <a:t> de </a:t>
          </a:r>
          <a:r>
            <a:rPr lang="en-US" sz="1400" kern="1200" dirty="0" err="1"/>
            <a:t>raportare</a:t>
          </a:r>
          <a:endParaRPr lang="en-US" sz="1400" kern="1200" dirty="0"/>
        </a:p>
      </dsp:txBody>
      <dsp:txXfrm>
        <a:off x="1883038" y="1254135"/>
        <a:ext cx="2058650" cy="3535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3931D-A181-41AE-88C9-4D12384A2B94}">
      <dsp:nvSpPr>
        <dsp:cNvPr id="0" name=""/>
        <dsp:cNvSpPr/>
      </dsp:nvSpPr>
      <dsp:spPr>
        <a:xfrm>
          <a:off x="3268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1A713-B9E3-4002-81A6-B0015D4E40D9}">
      <dsp:nvSpPr>
        <dsp:cNvPr id="0" name=""/>
        <dsp:cNvSpPr/>
      </dsp:nvSpPr>
      <dsp:spPr>
        <a:xfrm>
          <a:off x="262550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Crearea</a:t>
          </a:r>
          <a:r>
            <a:rPr lang="en-US" sz="2700" kern="1200" dirty="0"/>
            <a:t> </a:t>
          </a:r>
          <a:r>
            <a:rPr lang="en-US" sz="2700" kern="1200" dirty="0" err="1"/>
            <a:t>unui</a:t>
          </a:r>
          <a:r>
            <a:rPr lang="en-US" sz="2700" kern="1200" dirty="0"/>
            <a:t> </a:t>
          </a:r>
          <a:r>
            <a:rPr lang="en-US" sz="2700" kern="1200" dirty="0" err="1"/>
            <a:t>proiect</a:t>
          </a:r>
          <a:endParaRPr lang="en-US" sz="2700" kern="1200" dirty="0"/>
        </a:p>
      </dsp:txBody>
      <dsp:txXfrm>
        <a:off x="305950" y="1309323"/>
        <a:ext cx="2246741" cy="1394998"/>
      </dsp:txXfrm>
    </dsp:sp>
    <dsp:sp modelId="{FAD314B6-CAA5-4AB3-96A9-69BA4D5D6330}">
      <dsp:nvSpPr>
        <dsp:cNvPr id="0" name=""/>
        <dsp:cNvSpPr/>
      </dsp:nvSpPr>
      <dsp:spPr>
        <a:xfrm>
          <a:off x="2855374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E852F-20E5-4CFB-B5A3-CB05D230D27A}">
      <dsp:nvSpPr>
        <dsp:cNvPr id="0" name=""/>
        <dsp:cNvSpPr/>
      </dsp:nvSpPr>
      <dsp:spPr>
        <a:xfrm>
          <a:off x="3114657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Alocarea resurselor</a:t>
          </a:r>
        </a:p>
      </dsp:txBody>
      <dsp:txXfrm>
        <a:off x="3158057" y="1309323"/>
        <a:ext cx="2246741" cy="1394998"/>
      </dsp:txXfrm>
    </dsp:sp>
    <dsp:sp modelId="{05E8BEAF-D416-452C-8595-1298E81A1640}">
      <dsp:nvSpPr>
        <dsp:cNvPr id="0" name=""/>
        <dsp:cNvSpPr/>
      </dsp:nvSpPr>
      <dsp:spPr>
        <a:xfrm>
          <a:off x="5707481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DE7BD-DDCD-4A49-9CA2-DB082EB260F7}">
      <dsp:nvSpPr>
        <dsp:cNvPr id="0" name=""/>
        <dsp:cNvSpPr/>
      </dsp:nvSpPr>
      <dsp:spPr>
        <a:xfrm>
          <a:off x="5966763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Monitorizarea progresului</a:t>
          </a:r>
        </a:p>
      </dsp:txBody>
      <dsp:txXfrm>
        <a:off x="6010163" y="1309323"/>
        <a:ext cx="2246741" cy="1394998"/>
      </dsp:txXfrm>
    </dsp:sp>
    <dsp:sp modelId="{DFA0B7CB-5801-40E2-9872-94F84F221B15}">
      <dsp:nvSpPr>
        <dsp:cNvPr id="0" name=""/>
        <dsp:cNvSpPr/>
      </dsp:nvSpPr>
      <dsp:spPr>
        <a:xfrm>
          <a:off x="8559587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E031B-3278-4946-AE4D-FA670B748CA3}">
      <dsp:nvSpPr>
        <dsp:cNvPr id="0" name=""/>
        <dsp:cNvSpPr/>
      </dsp:nvSpPr>
      <dsp:spPr>
        <a:xfrm>
          <a:off x="8818870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Raportare</a:t>
          </a:r>
        </a:p>
      </dsp:txBody>
      <dsp:txXfrm>
        <a:off x="8862270" y="1309323"/>
        <a:ext cx="2246741" cy="13949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96655-A467-47E0-B500-7E646F24A9D3}">
      <dsp:nvSpPr>
        <dsp:cNvPr id="0" name=""/>
        <dsp:cNvSpPr/>
      </dsp:nvSpPr>
      <dsp:spPr>
        <a:xfrm>
          <a:off x="0" y="0"/>
          <a:ext cx="9482328" cy="11301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400" b="0" kern="1200" noProof="0" dirty="0"/>
            <a:t>Comparativ cu Microsoft Project</a:t>
          </a:r>
        </a:p>
      </dsp:txBody>
      <dsp:txXfrm>
        <a:off x="33102" y="33102"/>
        <a:ext cx="8262756" cy="1063994"/>
      </dsp:txXfrm>
    </dsp:sp>
    <dsp:sp modelId="{60327AF6-EA75-4257-B5C4-6E17070C8CFC}">
      <dsp:nvSpPr>
        <dsp:cNvPr id="0" name=""/>
        <dsp:cNvSpPr/>
      </dsp:nvSpPr>
      <dsp:spPr>
        <a:xfrm>
          <a:off x="836675" y="1318564"/>
          <a:ext cx="9482328" cy="11301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Comparativ cu Asana/Trello</a:t>
          </a:r>
        </a:p>
      </dsp:txBody>
      <dsp:txXfrm>
        <a:off x="869777" y="1351666"/>
        <a:ext cx="7844819" cy="1063994"/>
      </dsp:txXfrm>
    </dsp:sp>
    <dsp:sp modelId="{2FC15E6A-0839-4358-A4C3-C66C34987FFB}">
      <dsp:nvSpPr>
        <dsp:cNvPr id="0" name=""/>
        <dsp:cNvSpPr/>
      </dsp:nvSpPr>
      <dsp:spPr>
        <a:xfrm>
          <a:off x="1673351" y="2637129"/>
          <a:ext cx="9482328" cy="11301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400" kern="1200" noProof="0" dirty="0"/>
            <a:t>Avantajul principal</a:t>
          </a:r>
        </a:p>
      </dsp:txBody>
      <dsp:txXfrm>
        <a:off x="1706453" y="2670231"/>
        <a:ext cx="7844819" cy="1063994"/>
      </dsp:txXfrm>
    </dsp:sp>
    <dsp:sp modelId="{F6E9BCF6-447C-420A-B42D-B7AF5667F580}">
      <dsp:nvSpPr>
        <dsp:cNvPr id="0" name=""/>
        <dsp:cNvSpPr/>
      </dsp:nvSpPr>
      <dsp:spPr>
        <a:xfrm>
          <a:off x="8747699" y="857067"/>
          <a:ext cx="734628" cy="7346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912990" y="857067"/>
        <a:ext cx="404046" cy="552808"/>
      </dsp:txXfrm>
    </dsp:sp>
    <dsp:sp modelId="{CEF515CA-BB06-444D-A9E2-7801951E2122}">
      <dsp:nvSpPr>
        <dsp:cNvPr id="0" name=""/>
        <dsp:cNvSpPr/>
      </dsp:nvSpPr>
      <dsp:spPr>
        <a:xfrm>
          <a:off x="9584375" y="2168097"/>
          <a:ext cx="734628" cy="73462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749666" y="2168097"/>
        <a:ext cx="404046" cy="5528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D5CCC-2D93-4B1A-8084-054B35CB9281}">
      <dsp:nvSpPr>
        <dsp:cNvPr id="0" name=""/>
        <dsp:cNvSpPr/>
      </dsp:nvSpPr>
      <dsp:spPr>
        <a:xfrm>
          <a:off x="0" y="0"/>
          <a:ext cx="5513832" cy="37673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kern="1200" noProof="0" dirty="0"/>
            <a:t>Ganttic este un tool puternic și ușor de utilizat care ajută echipele să gestioneze eficient proiectele și resursele. Este ideal pentru organizații care doresc să îmbunătățească colaborarea și productivitatea.</a:t>
          </a:r>
        </a:p>
      </dsp:txBody>
      <dsp:txXfrm>
        <a:off x="0" y="0"/>
        <a:ext cx="5513832" cy="3767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6FE79-2CC2-41A1-A8F7-5F95DDBBF2BA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67501-776F-4EFF-BE65-664BB4604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9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en-US" dirty="0"/>
              <a:t>Un </a:t>
            </a:r>
            <a:r>
              <a:rPr lang="en-US" b="1" dirty="0"/>
              <a:t>Gantt chart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instrument </a:t>
            </a:r>
            <a:r>
              <a:rPr lang="en-US" dirty="0" err="1"/>
              <a:t>vizual</a:t>
            </a:r>
            <a:r>
              <a:rPr lang="en-US" dirty="0"/>
              <a:t> de </a:t>
            </a:r>
            <a:r>
              <a:rPr lang="en-US" dirty="0" err="1"/>
              <a:t>planificare</a:t>
            </a:r>
            <a:r>
              <a:rPr lang="en-US" dirty="0"/>
              <a:t> a </a:t>
            </a:r>
            <a:r>
              <a:rPr lang="en-US" dirty="0" err="1"/>
              <a:t>proiectelor</a:t>
            </a:r>
            <a:r>
              <a:rPr lang="en-US" dirty="0"/>
              <a:t>,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progresul</a:t>
            </a:r>
            <a:r>
              <a:rPr lang="en-US" dirty="0"/>
              <a:t> </a:t>
            </a:r>
            <a:r>
              <a:rPr lang="en-US" dirty="0" err="1"/>
              <a:t>sarcinilor</a:t>
            </a:r>
            <a:r>
              <a:rPr lang="en-US" dirty="0"/>
              <a:t> de-a </a:t>
            </a:r>
            <a:r>
              <a:rPr lang="en-US" dirty="0" err="1"/>
              <a:t>lungul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perioade</a:t>
            </a:r>
            <a:r>
              <a:rPr lang="en-US" dirty="0"/>
              <a:t> de </a:t>
            </a:r>
            <a:r>
              <a:rPr lang="en-US" dirty="0" err="1"/>
              <a:t>timp.</a:t>
            </a:r>
            <a:r>
              <a:rPr lang="en-US" dirty="0"/>
              <a:t> </a:t>
            </a:r>
          </a:p>
          <a:p>
            <a:pPr>
              <a:buFont typeface="+mj-lt"/>
              <a:buNone/>
            </a:pPr>
            <a:r>
              <a:rPr lang="en-US" dirty="0"/>
              <a:t>- Axa </a:t>
            </a:r>
            <a:r>
              <a:rPr lang="en-US" dirty="0" err="1"/>
              <a:t>orizontală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, </a:t>
            </a:r>
            <a:r>
              <a:rPr lang="en-US" dirty="0" err="1"/>
              <a:t>împărțit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zile</a:t>
            </a:r>
            <a:r>
              <a:rPr lang="en-US" dirty="0"/>
              <a:t>, </a:t>
            </a:r>
            <a:r>
              <a:rPr lang="en-US" dirty="0" err="1"/>
              <a:t>săptămâni</a:t>
            </a:r>
            <a:r>
              <a:rPr lang="en-US" dirty="0"/>
              <a:t>, </a:t>
            </a:r>
            <a:r>
              <a:rPr lang="en-US" dirty="0" err="1"/>
              <a:t>luni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intervale,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.</a:t>
            </a:r>
          </a:p>
          <a:p>
            <a:pPr>
              <a:buFont typeface="+mj-lt"/>
              <a:buNone/>
            </a:pPr>
            <a:r>
              <a:rPr lang="en-US" dirty="0"/>
              <a:t>- Pe </a:t>
            </a:r>
            <a:r>
              <a:rPr lang="en-US" dirty="0" err="1"/>
              <a:t>axa</a:t>
            </a:r>
            <a:r>
              <a:rPr lang="en-US" dirty="0"/>
              <a:t> </a:t>
            </a:r>
            <a:r>
              <a:rPr lang="en-US" dirty="0" err="1"/>
              <a:t>verticală</a:t>
            </a:r>
            <a:r>
              <a:rPr lang="en-US" dirty="0"/>
              <a:t> sunt </a:t>
            </a:r>
            <a:r>
              <a:rPr lang="en-US" dirty="0" err="1"/>
              <a:t>listate</a:t>
            </a:r>
            <a:r>
              <a:rPr lang="en-US" dirty="0"/>
              <a:t> </a:t>
            </a:r>
            <a:r>
              <a:rPr lang="en-US" dirty="0" err="1"/>
              <a:t>sarcinile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activitățile</a:t>
            </a:r>
            <a:r>
              <a:rPr lang="en-US" dirty="0"/>
              <a:t> care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realizate</a:t>
            </a:r>
            <a:r>
              <a:rPr lang="en-US" dirty="0"/>
              <a:t>.</a:t>
            </a:r>
          </a:p>
          <a:p>
            <a:pPr>
              <a:buFont typeface="+mj-lt"/>
              <a:buNone/>
            </a:pPr>
            <a:r>
              <a:rPr lang="en-US" dirty="0"/>
              <a:t>-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sarcină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reprezentată</a:t>
            </a:r>
            <a:r>
              <a:rPr lang="en-US" dirty="0"/>
              <a:t> ca o </a:t>
            </a:r>
            <a:r>
              <a:rPr lang="en-US" dirty="0" err="1"/>
              <a:t>bară</a:t>
            </a:r>
            <a:r>
              <a:rPr lang="en-US" dirty="0"/>
              <a:t> care se </a:t>
            </a:r>
            <a:r>
              <a:rPr lang="en-US" dirty="0" err="1"/>
              <a:t>extinde</a:t>
            </a:r>
            <a:r>
              <a:rPr lang="en-US" dirty="0"/>
              <a:t> pe </a:t>
            </a:r>
            <a:r>
              <a:rPr lang="en-US" dirty="0" err="1"/>
              <a:t>orizontală</a:t>
            </a:r>
            <a:r>
              <a:rPr lang="en-US" dirty="0"/>
              <a:t>, </a:t>
            </a:r>
            <a:r>
              <a:rPr lang="en-US" dirty="0" err="1"/>
              <a:t>arătând</a:t>
            </a:r>
            <a:r>
              <a:rPr lang="en-US" dirty="0"/>
              <a:t> data de </a:t>
            </a:r>
            <a:r>
              <a:rPr lang="en-US" dirty="0" err="1"/>
              <a:t>început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data de final.</a:t>
            </a:r>
          </a:p>
          <a:p>
            <a:pPr>
              <a:buFont typeface="+mj-lt"/>
              <a:buNone/>
            </a:pPr>
            <a:r>
              <a:rPr lang="en-US" dirty="0"/>
              <a:t>- </a:t>
            </a:r>
            <a:r>
              <a:rPr lang="en-US" dirty="0" err="1"/>
              <a:t>Unele</a:t>
            </a:r>
            <a:r>
              <a:rPr lang="en-US" dirty="0"/>
              <a:t> Gantt chart-</a:t>
            </a:r>
            <a:r>
              <a:rPr lang="en-US" dirty="0" err="1"/>
              <a:t>uri</a:t>
            </a:r>
            <a:r>
              <a:rPr lang="en-US" dirty="0"/>
              <a:t> permit </a:t>
            </a:r>
            <a:r>
              <a:rPr lang="en-US" dirty="0" err="1"/>
              <a:t>indicarea</a:t>
            </a:r>
            <a:r>
              <a:rPr lang="en-US" dirty="0"/>
              <a:t> </a:t>
            </a:r>
            <a:r>
              <a:rPr lang="en-US" dirty="0" err="1"/>
              <a:t>dependențelor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 (ex: </a:t>
            </a:r>
            <a:r>
              <a:rPr lang="en-US" dirty="0" err="1"/>
              <a:t>Sarcina</a:t>
            </a:r>
            <a:r>
              <a:rPr lang="en-US" dirty="0"/>
              <a:t> A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finalizată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ca </a:t>
            </a:r>
            <a:r>
              <a:rPr lang="en-US" dirty="0" err="1"/>
              <a:t>Sarcina</a:t>
            </a:r>
            <a:r>
              <a:rPr lang="en-US" dirty="0"/>
              <a:t> B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înceapă</a:t>
            </a:r>
            <a:r>
              <a:rPr lang="en-US" dirty="0"/>
              <a:t>).</a:t>
            </a:r>
          </a:p>
          <a:p>
            <a:pPr>
              <a:buFont typeface="+mj-lt"/>
              <a:buNone/>
            </a:pPr>
            <a:r>
              <a:rPr lang="en-US" dirty="0"/>
              <a:t>-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 Gantt permit </a:t>
            </a:r>
            <a:r>
              <a:rPr lang="en-US" dirty="0" err="1"/>
              <a:t>urmărirea</a:t>
            </a:r>
            <a:r>
              <a:rPr lang="en-US" dirty="0"/>
              <a:t> </a:t>
            </a:r>
            <a:r>
              <a:rPr lang="en-US" dirty="0" err="1"/>
              <a:t>progresului</a:t>
            </a:r>
            <a:r>
              <a:rPr lang="en-US" dirty="0"/>
              <a:t> (de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colorarea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părți</a:t>
            </a:r>
            <a:r>
              <a:rPr lang="en-US" dirty="0"/>
              <a:t> a </a:t>
            </a:r>
            <a:r>
              <a:rPr lang="en-US" dirty="0" err="1"/>
              <a:t>barei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indica </a:t>
            </a:r>
            <a:r>
              <a:rPr lang="en-US" dirty="0" err="1"/>
              <a:t>procentul</a:t>
            </a:r>
            <a:r>
              <a:rPr lang="en-US" dirty="0"/>
              <a:t> de </a:t>
            </a:r>
            <a:r>
              <a:rPr lang="en-US" dirty="0" err="1"/>
              <a:t>realizare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None/>
            </a:pP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tool </a:t>
            </a:r>
            <a:r>
              <a:rPr lang="en-US" dirty="0" err="1"/>
              <a:t>în</a:t>
            </a:r>
            <a:r>
              <a:rPr lang="en-US" dirty="0"/>
              <a:t> cloud,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înseamnă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echipele</a:t>
            </a:r>
            <a:r>
              <a:rPr lang="en-US" dirty="0"/>
              <a:t> pot </a:t>
            </a:r>
            <a:r>
              <a:rPr lang="en-US" dirty="0" err="1"/>
              <a:t>accesa</a:t>
            </a:r>
            <a:r>
              <a:rPr lang="en-US" dirty="0"/>
              <a:t> </a:t>
            </a:r>
            <a:r>
              <a:rPr lang="en-US" dirty="0" err="1"/>
              <a:t>proiectele</a:t>
            </a:r>
            <a:r>
              <a:rPr lang="en-US" dirty="0"/>
              <a:t> de </a:t>
            </a:r>
            <a:r>
              <a:rPr lang="en-US" dirty="0" err="1"/>
              <a:t>oriunde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pot </a:t>
            </a:r>
            <a:r>
              <a:rPr lang="en-US" dirty="0" err="1"/>
              <a:t>colabora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None/>
            </a:pP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utilizat</a:t>
            </a:r>
            <a:r>
              <a:rPr lang="en-US" dirty="0"/>
              <a:t> de </a:t>
            </a:r>
            <a:r>
              <a:rPr lang="en-US" dirty="0" err="1"/>
              <a:t>echipe</a:t>
            </a:r>
            <a:r>
              <a:rPr lang="en-US" dirty="0"/>
              <a:t> din diverse </a:t>
            </a:r>
            <a:r>
              <a:rPr lang="en-US" dirty="0" err="1"/>
              <a:t>industrii</a:t>
            </a:r>
            <a:r>
              <a:rPr lang="en-US" dirty="0"/>
              <a:t>, de la IT la </a:t>
            </a:r>
            <a:r>
              <a:rPr lang="en-US" dirty="0" err="1"/>
              <a:t>construcții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gestiona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</a:t>
            </a:r>
            <a:r>
              <a:rPr lang="en-US" dirty="0"/>
              <a:t> </a:t>
            </a:r>
            <a:r>
              <a:rPr lang="en-US" dirty="0" err="1"/>
              <a:t>proiectele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44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Timeline </a:t>
            </a:r>
            <a:r>
              <a:rPr lang="en-US" b="1" dirty="0" err="1"/>
              <a:t>interactiv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Graficele</a:t>
            </a:r>
            <a:r>
              <a:rPr lang="en-US" dirty="0"/>
              <a:t> de tip Gantt permit </a:t>
            </a:r>
            <a:r>
              <a:rPr lang="en-US" dirty="0" err="1"/>
              <a:t>personalizarea</a:t>
            </a:r>
            <a:r>
              <a:rPr lang="en-US" dirty="0"/>
              <a:t> timeline-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vizualizarea</a:t>
            </a:r>
            <a:r>
              <a:rPr lang="en-US" dirty="0"/>
              <a:t> </a:t>
            </a:r>
            <a:r>
              <a:rPr lang="en-US" dirty="0" err="1"/>
              <a:t>clară</a:t>
            </a:r>
            <a:r>
              <a:rPr lang="en-US" dirty="0"/>
              <a:t> a </a:t>
            </a:r>
            <a:r>
              <a:rPr lang="en-US" dirty="0" err="1"/>
              <a:t>progresului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.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reprezentat</a:t>
            </a:r>
            <a:r>
              <a:rPr lang="en-US" dirty="0"/>
              <a:t> pe </a:t>
            </a:r>
            <a:r>
              <a:rPr lang="en-US" dirty="0" err="1"/>
              <a:t>axa</a:t>
            </a:r>
            <a:r>
              <a:rPr lang="en-US" dirty="0"/>
              <a:t> </a:t>
            </a:r>
            <a:r>
              <a:rPr lang="en-US" dirty="0" err="1"/>
              <a:t>orizontală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sarcinile</a:t>
            </a:r>
            <a:r>
              <a:rPr lang="en-US" dirty="0"/>
              <a:t> sunt </a:t>
            </a:r>
            <a:r>
              <a:rPr lang="en-US" dirty="0" err="1"/>
              <a:t>listate</a:t>
            </a:r>
            <a:r>
              <a:rPr lang="en-US" dirty="0"/>
              <a:t> pe </a:t>
            </a:r>
            <a:r>
              <a:rPr lang="en-US" dirty="0" err="1"/>
              <a:t>verticală</a:t>
            </a:r>
            <a:r>
              <a:rPr lang="en-US" dirty="0"/>
              <a:t>.</a:t>
            </a:r>
            <a:endParaRPr lang="ro-RO" dirty="0"/>
          </a:p>
          <a:p>
            <a:endParaRPr lang="en-US" dirty="0"/>
          </a:p>
          <a:p>
            <a:r>
              <a:rPr lang="en-US" b="1" dirty="0"/>
              <a:t>Dashboard </a:t>
            </a:r>
            <a:r>
              <a:rPr lang="en-US" b="1" dirty="0" err="1"/>
              <a:t>personalizat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crea</a:t>
            </a:r>
            <a:r>
              <a:rPr lang="en-US" dirty="0"/>
              <a:t> dashboard-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personalizate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urmări</a:t>
            </a:r>
            <a:r>
              <a:rPr lang="en-US" dirty="0"/>
              <a:t> </a:t>
            </a:r>
            <a:r>
              <a:rPr lang="en-US" dirty="0" err="1"/>
              <a:t>indicatori</a:t>
            </a:r>
            <a:r>
              <a:rPr lang="en-US" dirty="0"/>
              <a:t> </a:t>
            </a:r>
            <a:r>
              <a:rPr lang="en-US" dirty="0" err="1"/>
              <a:t>relevanți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echipa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lor.</a:t>
            </a:r>
            <a:endParaRPr lang="ro-RO" dirty="0"/>
          </a:p>
          <a:p>
            <a:endParaRPr lang="en-US" dirty="0"/>
          </a:p>
          <a:p>
            <a:r>
              <a:rPr lang="en-US" b="1" dirty="0" err="1"/>
              <a:t>Vizualizări</a:t>
            </a:r>
            <a:r>
              <a:rPr lang="en-US" b="1" dirty="0"/>
              <a:t> multiple:</a:t>
            </a:r>
            <a:br>
              <a:rPr lang="en-US" dirty="0"/>
            </a:b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opțiuni</a:t>
            </a:r>
            <a:r>
              <a:rPr lang="en-US" dirty="0"/>
              <a:t> de </a:t>
            </a:r>
            <a:r>
              <a:rPr lang="en-US" dirty="0" err="1"/>
              <a:t>vizualizare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: </a:t>
            </a:r>
            <a:r>
              <a:rPr lang="en-US" dirty="0" err="1"/>
              <a:t>calendaristică</a:t>
            </a:r>
            <a:r>
              <a:rPr lang="en-US" dirty="0"/>
              <a:t>, pe </a:t>
            </a:r>
            <a:r>
              <a:rPr lang="en-US" dirty="0" err="1"/>
              <a:t>sarcini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 </a:t>
            </a:r>
            <a:r>
              <a:rPr lang="en-US" dirty="0" err="1"/>
              <a:t>resurse</a:t>
            </a:r>
            <a:r>
              <a:rPr lang="en-US" dirty="0"/>
              <a:t>.</a:t>
            </a:r>
            <a:endParaRPr lang="ro-RO" dirty="0"/>
          </a:p>
          <a:p>
            <a:endParaRPr lang="en-US" dirty="0"/>
          </a:p>
          <a:p>
            <a:r>
              <a:rPr lang="en-US" b="1" dirty="0" err="1"/>
              <a:t>Funcții</a:t>
            </a:r>
            <a:r>
              <a:rPr lang="en-US" b="1" dirty="0"/>
              <a:t> de </a:t>
            </a:r>
            <a:r>
              <a:rPr lang="en-US" b="1" dirty="0" err="1"/>
              <a:t>raportare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Tool-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de </a:t>
            </a:r>
            <a:r>
              <a:rPr lang="en-US" dirty="0" err="1"/>
              <a:t>rapoarte</a:t>
            </a:r>
            <a:r>
              <a:rPr lang="en-US" dirty="0"/>
              <a:t> </a:t>
            </a:r>
            <a:r>
              <a:rPr lang="en-US" dirty="0" err="1"/>
              <a:t>detaliate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progresul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,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eventualele</a:t>
            </a:r>
            <a:r>
              <a:rPr lang="en-US" dirty="0"/>
              <a:t> </a:t>
            </a:r>
            <a:r>
              <a:rPr lang="en-US" dirty="0" err="1"/>
              <a:t>întârzieri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02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Crearea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proiect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Utilizatorii</a:t>
            </a:r>
            <a:r>
              <a:rPr lang="en-US" dirty="0"/>
              <a:t> </a:t>
            </a:r>
            <a:r>
              <a:rPr lang="en-US" dirty="0" err="1"/>
              <a:t>încep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, </a:t>
            </a:r>
            <a:r>
              <a:rPr lang="en-US" dirty="0" err="1"/>
              <a:t>adăugând</a:t>
            </a:r>
            <a:r>
              <a:rPr lang="en-US" dirty="0"/>
              <a:t> </a:t>
            </a:r>
            <a:r>
              <a:rPr lang="en-US" dirty="0" err="1"/>
              <a:t>taskuri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Setează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fiecărei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dependențele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err="1"/>
              <a:t>Alocarea</a:t>
            </a:r>
            <a:r>
              <a:rPr lang="en-US" b="1" dirty="0"/>
              <a:t> </a:t>
            </a:r>
            <a:r>
              <a:rPr lang="en-US" b="1" dirty="0" err="1"/>
              <a:t>resurselor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Resursele</a:t>
            </a:r>
            <a:r>
              <a:rPr lang="en-US" dirty="0"/>
              <a:t> (</a:t>
            </a:r>
            <a:r>
              <a:rPr lang="en-US" dirty="0" err="1"/>
              <a:t>membri</a:t>
            </a:r>
            <a:r>
              <a:rPr lang="en-US" dirty="0"/>
              <a:t> ai </a:t>
            </a:r>
            <a:r>
              <a:rPr lang="en-US" dirty="0" err="1"/>
              <a:t>echipei</a:t>
            </a:r>
            <a:r>
              <a:rPr lang="en-US" dirty="0"/>
              <a:t>, </a:t>
            </a:r>
            <a:r>
              <a:rPr lang="en-US" dirty="0" err="1"/>
              <a:t>echipamente</a:t>
            </a:r>
            <a:r>
              <a:rPr lang="en-US" dirty="0"/>
              <a:t>) sunt </a:t>
            </a:r>
            <a:r>
              <a:rPr lang="en-US" dirty="0" err="1"/>
              <a:t>alocate</a:t>
            </a:r>
            <a:r>
              <a:rPr lang="en-US" dirty="0"/>
              <a:t> </a:t>
            </a:r>
            <a:r>
              <a:rPr lang="en-US" dirty="0" err="1"/>
              <a:t>sarcinilor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disponibilității</a:t>
            </a:r>
            <a:r>
              <a:rPr lang="en-US" dirty="0"/>
              <a:t> lor.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ajută</a:t>
            </a:r>
            <a:r>
              <a:rPr lang="en-US" dirty="0"/>
              <a:t> la </a:t>
            </a:r>
            <a:r>
              <a:rPr lang="en-US" dirty="0" err="1"/>
              <a:t>optimizarea</a:t>
            </a:r>
            <a:r>
              <a:rPr lang="en-US" dirty="0"/>
              <a:t> </a:t>
            </a:r>
            <a:r>
              <a:rPr lang="en-US" dirty="0" err="1"/>
              <a:t>alocării</a:t>
            </a:r>
            <a:r>
              <a:rPr lang="en-US" dirty="0"/>
              <a:t>, </a:t>
            </a:r>
            <a:r>
              <a:rPr lang="en-US" dirty="0" err="1"/>
              <a:t>prevenind</a:t>
            </a:r>
            <a:r>
              <a:rPr lang="en-US" dirty="0"/>
              <a:t> </a:t>
            </a:r>
            <a:r>
              <a:rPr lang="en-US" dirty="0" err="1"/>
              <a:t>suprasolicitarea</a:t>
            </a:r>
            <a:r>
              <a:rPr lang="en-US" dirty="0"/>
              <a:t>.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err="1"/>
              <a:t>Monitorizarea</a:t>
            </a:r>
            <a:r>
              <a:rPr lang="en-US" b="1" dirty="0"/>
              <a:t> </a:t>
            </a:r>
            <a:r>
              <a:rPr lang="en-US" b="1" dirty="0" err="1"/>
              <a:t>progresului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implementării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, </a:t>
            </a:r>
            <a:r>
              <a:rPr lang="en-US" dirty="0" err="1"/>
              <a:t>echipele</a:t>
            </a:r>
            <a:r>
              <a:rPr lang="en-US" dirty="0"/>
              <a:t> pot </a:t>
            </a:r>
            <a:r>
              <a:rPr lang="en-US" dirty="0" err="1"/>
              <a:t>urmări</a:t>
            </a:r>
            <a:r>
              <a:rPr lang="en-US" dirty="0"/>
              <a:t> </a:t>
            </a:r>
            <a:r>
              <a:rPr lang="en-US" dirty="0" err="1"/>
              <a:t>progresul</a:t>
            </a:r>
            <a:r>
              <a:rPr lang="en-US" dirty="0"/>
              <a:t> </a:t>
            </a:r>
            <a:r>
              <a:rPr lang="en-US" dirty="0" err="1"/>
              <a:t>fiecărei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pot </a:t>
            </a:r>
            <a:r>
              <a:rPr lang="en-US" dirty="0" err="1"/>
              <a:t>ajusta</a:t>
            </a:r>
            <a:r>
              <a:rPr lang="en-US" dirty="0"/>
              <a:t> </a:t>
            </a:r>
            <a:r>
              <a:rPr lang="en-US" dirty="0" err="1"/>
              <a:t>planurile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respecta</a:t>
            </a:r>
            <a:r>
              <a:rPr lang="en-US" dirty="0"/>
              <a:t> </a:t>
            </a:r>
            <a:r>
              <a:rPr lang="en-US" dirty="0" err="1"/>
              <a:t>termenele</a:t>
            </a:r>
            <a:r>
              <a:rPr lang="en-US" dirty="0"/>
              <a:t>.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err="1"/>
              <a:t>Raportare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Rapoartele</a:t>
            </a:r>
            <a:r>
              <a:rPr lang="en-US" dirty="0"/>
              <a:t> </a:t>
            </a:r>
            <a:r>
              <a:rPr lang="en-US" dirty="0" err="1"/>
              <a:t>detaliate</a:t>
            </a:r>
            <a:r>
              <a:rPr lang="en-US" dirty="0"/>
              <a:t> permit </a:t>
            </a:r>
            <a:r>
              <a:rPr lang="en-US" dirty="0" err="1"/>
              <a:t>managerilor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obțină</a:t>
            </a:r>
            <a:r>
              <a:rPr lang="en-US" dirty="0"/>
              <a:t> o imagine </a:t>
            </a:r>
            <a:r>
              <a:rPr lang="en-US" dirty="0" err="1"/>
              <a:t>clară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stării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utilizării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09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Comparativ</a:t>
            </a:r>
            <a:r>
              <a:rPr lang="en-US" b="1" dirty="0"/>
              <a:t> cu Microsoft Project:</a:t>
            </a:r>
            <a:br>
              <a:rPr lang="en-US" dirty="0"/>
            </a:br>
            <a:r>
              <a:rPr lang="en-US" dirty="0"/>
              <a:t>Microsoft Project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complex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scump</a:t>
            </a:r>
            <a:r>
              <a:rPr lang="en-US" dirty="0"/>
              <a:t>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funcționalități</a:t>
            </a:r>
            <a:r>
              <a:rPr lang="en-US" dirty="0"/>
              <a:t> </a:t>
            </a:r>
            <a:r>
              <a:rPr lang="en-US" dirty="0" err="1"/>
              <a:t>avansate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accesibil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echipe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mijlocii</a:t>
            </a:r>
            <a:r>
              <a:rPr lang="en-US" dirty="0"/>
              <a:t>.</a:t>
            </a:r>
            <a:endParaRPr lang="ro-RO" dirty="0"/>
          </a:p>
          <a:p>
            <a:endParaRPr lang="en-US" dirty="0"/>
          </a:p>
          <a:p>
            <a:r>
              <a:rPr lang="en-US" b="1" dirty="0" err="1"/>
              <a:t>Comparativ</a:t>
            </a:r>
            <a:r>
              <a:rPr lang="en-US" b="1" dirty="0"/>
              <a:t> cu Asana/Trello:</a:t>
            </a:r>
            <a:br>
              <a:rPr lang="en-US" dirty="0"/>
            </a:br>
            <a:r>
              <a:rPr lang="en-US" dirty="0" err="1"/>
              <a:t>Ganttic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un control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detaliat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vizualizarea</a:t>
            </a:r>
            <a:r>
              <a:rPr lang="en-US" dirty="0"/>
              <a:t> de tip Gantt </a:t>
            </a:r>
            <a:r>
              <a:rPr lang="en-US" dirty="0" err="1"/>
              <a:t>îl</a:t>
            </a:r>
            <a:r>
              <a:rPr lang="en-US" dirty="0"/>
              <a:t> face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proiectele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  <a:endParaRPr lang="ro-RO" dirty="0"/>
          </a:p>
          <a:p>
            <a:endParaRPr lang="en-US" dirty="0"/>
          </a:p>
          <a:p>
            <a:r>
              <a:rPr lang="en-US" b="1" dirty="0" err="1"/>
              <a:t>Avantajul</a:t>
            </a:r>
            <a:r>
              <a:rPr lang="en-US" b="1" dirty="0"/>
              <a:t> principal:</a:t>
            </a:r>
            <a:br>
              <a:rPr lang="en-US" dirty="0"/>
            </a:br>
            <a:r>
              <a:rPr lang="en-US" dirty="0" err="1"/>
              <a:t>Ganttic</a:t>
            </a:r>
            <a:r>
              <a:rPr lang="en-US" dirty="0"/>
              <a:t> se </a:t>
            </a:r>
            <a:r>
              <a:rPr lang="en-US" dirty="0" err="1"/>
              <a:t>concentrează</a:t>
            </a:r>
            <a:r>
              <a:rPr lang="en-US" dirty="0"/>
              <a:t> pe </a:t>
            </a:r>
            <a:r>
              <a:rPr lang="en-US" dirty="0" err="1"/>
              <a:t>managementul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al </a:t>
            </a:r>
            <a:r>
              <a:rPr lang="en-US" dirty="0" err="1"/>
              <a:t>proiectelor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</a:t>
            </a:r>
            <a:r>
              <a:rPr lang="en-US" dirty="0" err="1"/>
              <a:t>integrat</a:t>
            </a:r>
            <a:r>
              <a:rPr lang="en-US" dirty="0"/>
              <a:t>, </a:t>
            </a:r>
            <a:r>
              <a:rPr lang="en-US" dirty="0" err="1"/>
              <a:t>fiind</a:t>
            </a:r>
            <a:r>
              <a:rPr lang="en-US" dirty="0"/>
              <a:t> ideal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echipele</a:t>
            </a:r>
            <a:r>
              <a:rPr lang="en-US" dirty="0"/>
              <a:t> care </a:t>
            </a:r>
            <a:r>
              <a:rPr lang="en-US" dirty="0" err="1"/>
              <a:t>doresc</a:t>
            </a:r>
            <a:r>
              <a:rPr lang="en-US" dirty="0"/>
              <a:t> un tool </a:t>
            </a:r>
            <a:r>
              <a:rPr lang="en-US" dirty="0" err="1"/>
              <a:t>complet</a:t>
            </a:r>
            <a:r>
              <a:rPr lang="en-US" dirty="0"/>
              <a:t> de </a:t>
            </a:r>
            <a:r>
              <a:rPr lang="en-US" dirty="0" err="1"/>
              <a:t>planificare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1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2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7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6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6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7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4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6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7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0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AD0A75A3-DB1A-930D-BA19-10A7B70E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24" b="1802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0ACB-1B37-8840-6467-477C3FE96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09" y="1909631"/>
            <a:ext cx="11558018" cy="3969960"/>
          </a:xfrm>
        </p:spPr>
        <p:txBody>
          <a:bodyPr anchor="t">
            <a:normAutofit/>
          </a:bodyPr>
          <a:lstStyle/>
          <a:p>
            <a:br>
              <a:rPr lang="ro-RO" sz="6600" dirty="0"/>
            </a:br>
            <a:r>
              <a:rPr lang="en-US" sz="2800" dirty="0" err="1"/>
              <a:t>Introducere</a:t>
            </a:r>
            <a:r>
              <a:rPr lang="en-US" sz="2800" dirty="0"/>
              <a:t> </a:t>
            </a:r>
            <a:r>
              <a:rPr lang="ro-RO" sz="2800" dirty="0"/>
              <a:t>în</a:t>
            </a:r>
            <a:r>
              <a:rPr lang="en-US" sz="2800" dirty="0"/>
              <a:t> </a:t>
            </a:r>
            <a:r>
              <a:rPr lang="en-US" sz="2800" dirty="0" err="1"/>
              <a:t>Ganttic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Project Planning </a:t>
            </a:r>
            <a:r>
              <a:rPr lang="en-US" sz="2800" dirty="0" err="1"/>
              <a:t>și</a:t>
            </a:r>
            <a:r>
              <a:rPr lang="en-US" sz="2800" dirty="0"/>
              <a:t> Resource Management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94572-A7F9-2F31-B2A3-5253560EB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08" y="4688089"/>
            <a:ext cx="4381634" cy="1661821"/>
          </a:xfrm>
        </p:spPr>
        <p:txBody>
          <a:bodyPr anchor="b">
            <a:normAutofit/>
          </a:bodyPr>
          <a:lstStyle/>
          <a:p>
            <a:pPr algn="l"/>
            <a:r>
              <a:rPr lang="ro-RO" sz="2400" dirty="0"/>
              <a:t>Prezentare realizată de</a:t>
            </a:r>
            <a:r>
              <a:rPr lang="en-US" sz="2400" dirty="0"/>
              <a:t>:</a:t>
            </a:r>
            <a:endParaRPr lang="ro-RO" sz="2400" dirty="0"/>
          </a:p>
          <a:p>
            <a:pPr algn="l"/>
            <a:r>
              <a:rPr lang="en-US" sz="2400" dirty="0"/>
              <a:t>	</a:t>
            </a:r>
            <a:r>
              <a:rPr lang="ro-RO" sz="2400" dirty="0"/>
              <a:t> Florin-Ioan Subțirică</a:t>
            </a:r>
          </a:p>
          <a:p>
            <a:pPr algn="l"/>
            <a:r>
              <a:rPr lang="en-US" sz="2400" dirty="0"/>
              <a:t>	Andrei </a:t>
            </a:r>
            <a:r>
              <a:rPr lang="en-US" sz="2400" dirty="0" err="1"/>
              <a:t>Vasilescu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026" name="Picture 2" descr="Plan your resources with maximum efficiency - Ganttic">
            <a:extLst>
              <a:ext uri="{FF2B5EF4-FFF2-40B4-BE49-F238E27FC236}">
                <a16:creationId xmlns:a16="http://schemas.microsoft.com/office/drawing/2014/main" id="{324585B4-20FF-B0B0-14F2-A7210224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508090"/>
            <a:ext cx="98298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782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9C917-5E2F-2A24-2899-5FC1D004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59"/>
            <a:ext cx="5020056" cy="2369713"/>
          </a:xfrm>
        </p:spPr>
        <p:txBody>
          <a:bodyPr anchor="t">
            <a:normAutofit/>
          </a:bodyPr>
          <a:lstStyle/>
          <a:p>
            <a:r>
              <a:rPr lang="en-US" sz="4400" dirty="0"/>
              <a:t>Ce </a:t>
            </a:r>
            <a:r>
              <a:rPr lang="en-US" sz="4400" dirty="0" err="1"/>
              <a:t>este</a:t>
            </a:r>
            <a:r>
              <a:rPr lang="en-US" sz="4400" dirty="0"/>
              <a:t> </a:t>
            </a:r>
            <a:r>
              <a:rPr lang="en-US" sz="4400" dirty="0" err="1"/>
              <a:t>Ganttic</a:t>
            </a:r>
            <a:r>
              <a:rPr lang="en-US" sz="4400" dirty="0"/>
              <a:t>?</a:t>
            </a: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709DDBF-7307-6771-D4DB-9B136D71F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125775"/>
              </p:ext>
            </p:extLst>
          </p:nvPr>
        </p:nvGraphicFramePr>
        <p:xfrm>
          <a:off x="6756517" y="3780775"/>
          <a:ext cx="4985339" cy="2569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2" name="Picture 4" descr="Ganttic Price, Reviews &amp; Ratings - Capterra United Arab Emirates 2024">
            <a:extLst>
              <a:ext uri="{FF2B5EF4-FFF2-40B4-BE49-F238E27FC236}">
                <a16:creationId xmlns:a16="http://schemas.microsoft.com/office/drawing/2014/main" id="{42326296-CD25-B80D-3F90-35EB747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76" y="1906634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anttic Resource Planning Software | LinkedIn">
            <a:extLst>
              <a:ext uri="{FF2B5EF4-FFF2-40B4-BE49-F238E27FC236}">
                <a16:creationId xmlns:a16="http://schemas.microsoft.com/office/drawing/2014/main" id="{26EF2666-8BE9-BF40-3F83-5C3998E1A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293" y="508090"/>
            <a:ext cx="4911231" cy="262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31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0" name="Rectangle 3099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4" name="Picture 2" descr="Online Gantt Chart Creators: 9 Must-Have Features - Ganttic">
            <a:extLst>
              <a:ext uri="{FF2B5EF4-FFF2-40B4-BE49-F238E27FC236}">
                <a16:creationId xmlns:a16="http://schemas.microsoft.com/office/drawing/2014/main" id="{113A51FA-E361-42FE-471B-CC78843CB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0" r="1" b="12953"/>
          <a:stretch/>
        </p:blipFill>
        <p:spPr bwMode="auto">
          <a:xfrm>
            <a:off x="517871" y="2921001"/>
            <a:ext cx="11149534" cy="342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CD393-A44B-1BCB-0C10-AB99802B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1"/>
            <a:ext cx="4799921" cy="1687792"/>
          </a:xfrm>
        </p:spPr>
        <p:txBody>
          <a:bodyPr>
            <a:normAutofit/>
          </a:bodyPr>
          <a:lstStyle/>
          <a:p>
            <a:r>
              <a:rPr lang="en-US" sz="4400"/>
              <a:t>Principalele func</a:t>
            </a:r>
            <a:r>
              <a:rPr lang="ro-RO" sz="4400"/>
              <a:t>ționalități</a:t>
            </a:r>
            <a:endParaRPr lang="en-US" sz="4400"/>
          </a:p>
        </p:txBody>
      </p:sp>
      <p:sp>
        <p:nvSpPr>
          <p:cNvPr id="3102" name="Freeform: Shape 3101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12C2162-5042-EA50-0CA3-6B2EC7D6F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281585"/>
              </p:ext>
            </p:extLst>
          </p:nvPr>
        </p:nvGraphicFramePr>
        <p:xfrm>
          <a:off x="5842677" y="1061721"/>
          <a:ext cx="5824728" cy="1627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04859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8FC92-C893-43E9-5544-C9F7D21A7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0"/>
            <a:ext cx="11155680" cy="1463040"/>
          </a:xfrm>
        </p:spPr>
        <p:txBody>
          <a:bodyPr>
            <a:normAutofit/>
          </a:bodyPr>
          <a:lstStyle/>
          <a:p>
            <a:r>
              <a:rPr lang="pt-BR" sz="4400" dirty="0"/>
              <a:t>Cum </a:t>
            </a:r>
            <a:r>
              <a:rPr lang="ro-RO" sz="4400" dirty="0"/>
              <a:t>f</a:t>
            </a:r>
            <a:r>
              <a:rPr lang="pt-BR" sz="4400" dirty="0"/>
              <a:t>uncționează Ganttic - Procesul de </a:t>
            </a:r>
            <a:r>
              <a:rPr lang="ro-RO" sz="4400" dirty="0"/>
              <a:t>p</a:t>
            </a:r>
            <a:r>
              <a:rPr lang="pt-BR" sz="4400" dirty="0"/>
              <a:t>lanificare</a:t>
            </a:r>
            <a:endParaRPr lang="en-US" sz="4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A0BE241D-68B2-7BE4-2084-F370483CF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366989"/>
              </p:ext>
            </p:extLst>
          </p:nvPr>
        </p:nvGraphicFramePr>
        <p:xfrm>
          <a:off x="528320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27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884CB-02DD-CABD-D394-E47AF55C0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 err="1"/>
              <a:t>Demonstrație</a:t>
            </a:r>
            <a:r>
              <a:rPr lang="en-US" sz="6600" dirty="0"/>
              <a:t> </a:t>
            </a:r>
            <a:r>
              <a:rPr lang="en-US" sz="6600" dirty="0" err="1"/>
              <a:t>practică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78D3D-A79B-9082-64E2-7A08C72FD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854298"/>
            <a:ext cx="6141545" cy="1352181"/>
          </a:xfrm>
        </p:spPr>
        <p:txBody>
          <a:bodyPr anchor="t">
            <a:normAutofit/>
          </a:bodyPr>
          <a:lstStyle/>
          <a:p>
            <a:r>
              <a:rPr lang="en-US" dirty="0"/>
              <a:t>https://planner.ganttic.com/project/1124609/2024/11/13/2024/11/27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8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4249E-966E-7D44-A288-393DE526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0"/>
            <a:ext cx="11155680" cy="1463040"/>
          </a:xfrm>
        </p:spPr>
        <p:txBody>
          <a:bodyPr>
            <a:normAutofit/>
          </a:bodyPr>
          <a:lstStyle/>
          <a:p>
            <a:r>
              <a:rPr lang="it-IT" sz="4400"/>
              <a:t>Ganttic vs </a:t>
            </a:r>
            <a:r>
              <a:rPr lang="ro-RO" sz="4400"/>
              <a:t>a</a:t>
            </a:r>
            <a:r>
              <a:rPr lang="it-IT" sz="4400"/>
              <a:t>lte </a:t>
            </a:r>
            <a:r>
              <a:rPr lang="ro-RO" sz="4400"/>
              <a:t>t</a:t>
            </a:r>
            <a:r>
              <a:rPr lang="it-IT" sz="4400"/>
              <a:t>ool-uri de </a:t>
            </a:r>
            <a:r>
              <a:rPr lang="ro-RO" sz="4400"/>
              <a:t>p</a:t>
            </a:r>
            <a:r>
              <a:rPr lang="it-IT" sz="4400"/>
              <a:t>lanificare</a:t>
            </a:r>
            <a:endParaRPr lang="en-US" sz="4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0A57C5F-472D-C974-CE59-E84DAE769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469613"/>
              </p:ext>
            </p:extLst>
          </p:nvPr>
        </p:nvGraphicFramePr>
        <p:xfrm>
          <a:off x="528320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472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1" name="Rectangle 514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7CCC7-5D5E-0AD8-D774-36222253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5624" y="976160"/>
            <a:ext cx="5513832" cy="1463040"/>
          </a:xfrm>
        </p:spPr>
        <p:txBody>
          <a:bodyPr>
            <a:normAutofit/>
          </a:bodyPr>
          <a:lstStyle/>
          <a:p>
            <a:r>
              <a:rPr lang="en-US" sz="4400"/>
              <a:t>Concluzii și </a:t>
            </a:r>
            <a:r>
              <a:rPr lang="ro-RO" sz="4400"/>
              <a:t>î</a:t>
            </a:r>
            <a:r>
              <a:rPr lang="en-US" sz="4400"/>
              <a:t>ntrebări</a:t>
            </a:r>
          </a:p>
        </p:txBody>
      </p:sp>
      <p:pic>
        <p:nvPicPr>
          <p:cNvPr id="4098" name="Picture 2" descr="Ganttic — We are Neway">
            <a:extLst>
              <a:ext uri="{FF2B5EF4-FFF2-40B4-BE49-F238E27FC236}">
                <a16:creationId xmlns:a16="http://schemas.microsoft.com/office/drawing/2014/main" id="{BEA6F901-8CCF-339A-2CDE-8BE95EED9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672512"/>
            <a:ext cx="4959823" cy="350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2" name="Freeform: Shape 514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562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7F535B85-AEC0-473E-F2D0-67F0BE359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067538"/>
              </p:ext>
            </p:extLst>
          </p:nvPr>
        </p:nvGraphicFramePr>
        <p:xfrm>
          <a:off x="6135624" y="2578608"/>
          <a:ext cx="5513832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33336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5C5338-F67C-4EA8-8FA4-3E741A0E845E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653</Words>
  <Application>Microsoft Office PowerPoint</Application>
  <PresentationFormat>Widescreen</PresentationFormat>
  <Paragraphs>65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Bierstadt</vt:lpstr>
      <vt:lpstr>Neue Haas Grotesk Text Pro</vt:lpstr>
      <vt:lpstr>GestaltVTI</vt:lpstr>
      <vt:lpstr> Introducere în Ganttic pentru Project Planning și Resource Management</vt:lpstr>
      <vt:lpstr>Ce este Ganttic?</vt:lpstr>
      <vt:lpstr>Principalele funcționalități</vt:lpstr>
      <vt:lpstr>Cum funcționează Ganttic - Procesul de planificare</vt:lpstr>
      <vt:lpstr>Demonstrație practică</vt:lpstr>
      <vt:lpstr>Ganttic vs alte tool-uri de planificare</vt:lpstr>
      <vt:lpstr>Concluzii și întrebări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Introducere în Jira pentru Project Planning și Resource Management</dc:title>
  <dc:creator>Florin-Ioan SUBŢIRICĂ (123781)</dc:creator>
  <cp:lastModifiedBy>Florin-Ioan SUBŢIRICĂ (123781)</cp:lastModifiedBy>
  <cp:revision>3</cp:revision>
  <dcterms:created xsi:type="dcterms:W3CDTF">2024-10-30T18:34:46Z</dcterms:created>
  <dcterms:modified xsi:type="dcterms:W3CDTF">2024-11-13T14:41:27Z</dcterms:modified>
</cp:coreProperties>
</file>